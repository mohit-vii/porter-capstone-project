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ed Hat Display SemiBold"/>
      <p:regular r:id="rId16"/>
      <p:bold r:id="rId17"/>
      <p:italic r:id="rId18"/>
      <p:boldItalic r:id="rId19"/>
    </p:embeddedFont>
    <p:embeddedFont>
      <p:font typeface="Red Hat Display Medium"/>
      <p:regular r:id="rId20"/>
      <p:bold r:id="rId21"/>
      <p:italic r:id="rId22"/>
      <p:boldItalic r:id="rId23"/>
    </p:embeddedFont>
    <p:embeddedFont>
      <p:font typeface="Red Hat Display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edHatDisplayMedium-regular.fntdata"/><Relationship Id="rId22" Type="http://schemas.openxmlformats.org/officeDocument/2006/relationships/font" Target="fonts/RedHatDisplayMedium-italic.fntdata"/><Relationship Id="rId21" Type="http://schemas.openxmlformats.org/officeDocument/2006/relationships/font" Target="fonts/RedHatDisplayMedium-bold.fntdata"/><Relationship Id="rId24" Type="http://schemas.openxmlformats.org/officeDocument/2006/relationships/font" Target="fonts/RedHatDisplay-regular.fntdata"/><Relationship Id="rId23" Type="http://schemas.openxmlformats.org/officeDocument/2006/relationships/font" Target="fonts/RedHatDisplay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edHatDisplay-italic.fntdata"/><Relationship Id="rId25" Type="http://schemas.openxmlformats.org/officeDocument/2006/relationships/font" Target="fonts/RedHatDisplay-bold.fntdata"/><Relationship Id="rId27" Type="http://schemas.openxmlformats.org/officeDocument/2006/relationships/font" Target="fonts/RedHatDispl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edHatDisplaySemiBold-bold.fntdata"/><Relationship Id="rId16" Type="http://schemas.openxmlformats.org/officeDocument/2006/relationships/font" Target="fonts/RedHatDisplaySemiBold-regular.fntdata"/><Relationship Id="rId19" Type="http://schemas.openxmlformats.org/officeDocument/2006/relationships/font" Target="fonts/RedHatDisplaySemiBold-boldItalic.fntdata"/><Relationship Id="rId18" Type="http://schemas.openxmlformats.org/officeDocument/2006/relationships/font" Target="fonts/RedHatDisplay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e7dd05de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e7dd05de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e7dd05de26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e7dd05de26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e7dd05de26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e7dd05de26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e7dd05de26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e7dd05de26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e7e40f75f0_4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e7e40f75f0_4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e7dd05de26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e7dd05de26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e7e40f75f0_4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e7e40f75f0_4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e7e40f75f0_4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e7e40f75f0_4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e7dd05de26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e7dd05de26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e7dd05de26_0_7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3e7dd05de26_0_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5" name="Google Shape;25;p2"/>
          <p:cNvSpPr txBox="1"/>
          <p:nvPr>
            <p:ph type="title"/>
          </p:nvPr>
        </p:nvSpPr>
        <p:spPr>
          <a:xfrm>
            <a:off x="3154650" y="3235981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" type="subTitle"/>
          </p:nvPr>
        </p:nvSpPr>
        <p:spPr>
          <a:xfrm>
            <a:off x="3154650" y="3875775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3">
    <p:bg>
      <p:bgPr>
        <a:solidFill>
          <a:schemeClr val="accent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3" name="Google Shape;43;p3"/>
          <p:cNvSpPr txBox="1"/>
          <p:nvPr>
            <p:ph type="title"/>
          </p:nvPr>
        </p:nvSpPr>
        <p:spPr>
          <a:xfrm>
            <a:off x="3154650" y="467500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1" type="subTitle"/>
          </p:nvPr>
        </p:nvSpPr>
        <p:spPr>
          <a:xfrm>
            <a:off x="3154650" y="1107294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"/>
          <p:cNvSpPr/>
          <p:nvPr>
            <p:ph idx="2" type="pic"/>
          </p:nvPr>
        </p:nvSpPr>
        <p:spPr>
          <a:xfrm>
            <a:off x="3154650" y="3875225"/>
            <a:ext cx="618600" cy="808500"/>
          </a:xfrm>
          <a:prstGeom prst="snip2DiagRect">
            <a:avLst>
              <a:gd fmla="val 0" name="adj1"/>
              <a:gd fmla="val 34473" name="adj2"/>
            </a:avLst>
          </a:prstGeom>
          <a:noFill/>
          <a:ln>
            <a:noFill/>
          </a:ln>
        </p:spPr>
      </p:sp>
      <p:sp>
        <p:nvSpPr>
          <p:cNvPr id="46" name="Google Shape;46;p3"/>
          <p:cNvSpPr txBox="1"/>
          <p:nvPr>
            <p:ph idx="3" type="subTitle"/>
          </p:nvPr>
        </p:nvSpPr>
        <p:spPr>
          <a:xfrm>
            <a:off x="3859150" y="4072916"/>
            <a:ext cx="2621700" cy="173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ed Hat Display"/>
              <a:buNone/>
              <a:defRPr sz="9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7" name="Google Shape;47;p3"/>
          <p:cNvSpPr txBox="1"/>
          <p:nvPr>
            <p:ph idx="4" type="subTitle"/>
          </p:nvPr>
        </p:nvSpPr>
        <p:spPr>
          <a:xfrm>
            <a:off x="38591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8" name="Google Shape;48;p3"/>
          <p:cNvSpPr txBox="1"/>
          <p:nvPr>
            <p:ph idx="5" type="subTitle"/>
          </p:nvPr>
        </p:nvSpPr>
        <p:spPr>
          <a:xfrm>
            <a:off x="505580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9" name="Google Shape;49;p3"/>
          <p:cNvSpPr txBox="1"/>
          <p:nvPr>
            <p:ph idx="6" type="subTitle"/>
          </p:nvPr>
        </p:nvSpPr>
        <p:spPr>
          <a:xfrm>
            <a:off x="62524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"/>
          <p:cNvSpPr/>
          <p:nvPr/>
        </p:nvSpPr>
        <p:spPr>
          <a:xfrm>
            <a:off x="7291578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8102077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677575" y="4100576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206068" y="0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447262" y="0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102075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8102075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291578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206074" y="102043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028275" y="0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028281" y="1020428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206074" y="204086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8102075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7291574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8102080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291574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291574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447262" y="1020429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6447262" y="2040858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6447275" y="3061486"/>
            <a:ext cx="8442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8677575" y="0"/>
            <a:ext cx="4665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8677575" y="2040869"/>
            <a:ext cx="4665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8677575" y="1020428"/>
            <a:ext cx="4665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8677577" y="3061472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5" name="Google Shape;75;p4"/>
          <p:cNvSpPr txBox="1"/>
          <p:nvPr>
            <p:ph type="title"/>
          </p:nvPr>
        </p:nvSpPr>
        <p:spPr>
          <a:xfrm>
            <a:off x="259050" y="367084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BLANK_1">
    <p:bg>
      <p:bgPr>
        <a:solidFill>
          <a:schemeClr val="accent5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5"/>
          <p:cNvGrpSpPr/>
          <p:nvPr/>
        </p:nvGrpSpPr>
        <p:grpSpPr>
          <a:xfrm>
            <a:off x="4895291" y="1377627"/>
            <a:ext cx="4091726" cy="3670806"/>
            <a:chOff x="5223565" y="1672200"/>
            <a:chExt cx="3763198" cy="3376074"/>
          </a:xfrm>
        </p:grpSpPr>
        <p:sp>
          <p:nvSpPr>
            <p:cNvPr id="78" name="Google Shape;78;p5"/>
            <p:cNvSpPr/>
            <p:nvPr/>
          </p:nvSpPr>
          <p:spPr>
            <a:xfrm>
              <a:off x="8597363" y="4658874"/>
              <a:ext cx="389400" cy="389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8221477" y="467476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7827856" y="466875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7434256" y="4656732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7061685" y="4674751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6674992" y="46837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6302724" y="4703118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5931636" y="4719313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5574999" y="4754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5223565" y="4792075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5233309" y="4405993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5255991" y="403107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5577744" y="435924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5597859" y="3989773"/>
              <a:ext cx="128400" cy="1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5617892" y="3617917"/>
              <a:ext cx="88200" cy="8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5640242" y="3256822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5947917" y="43376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5947917" y="39489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5971017" y="3583374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6000412" y="3213736"/>
              <a:ext cx="120600" cy="120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6028158" y="284821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6310165" y="4307974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6317617" y="3928525"/>
              <a:ext cx="251100" cy="251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6338017" y="3557025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6353659" y="3174152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6378718" y="2811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6742842" y="2786001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6416508" y="246086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6767893" y="2423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6818658" y="2063849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6725510" y="316172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6703814" y="353649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6693510" y="391833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6683243" y="4298575"/>
              <a:ext cx="302100" cy="30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7061692" y="4285375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7070692" y="3905000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7085092" y="352870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7103018" y="3150325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7124313" y="27793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7146044" y="2409955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7186793" y="2052175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7976817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8371192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8764889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7441492" y="427460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7452292" y="3896000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7470292" y="351017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7484692" y="3137725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7497293" y="2761300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7515288" y="23867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7564468" y="2035826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7828801" y="427251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7835067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7850970" y="3509478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78599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7886401" y="2761299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7904067" y="2376550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7944867" y="2030125"/>
              <a:ext cx="152100" cy="15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8330538" y="2030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8717639" y="2025398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8298197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8691644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827387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866248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82484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8649389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8228667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8620488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822520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861639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8217728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8605974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grpSp>
        <p:nvGrpSpPr>
          <p:cNvPr id="150" name="Google Shape;150;p5"/>
          <p:cNvGrpSpPr/>
          <p:nvPr/>
        </p:nvGrpSpPr>
        <p:grpSpPr>
          <a:xfrm>
            <a:off x="142078" y="79823"/>
            <a:ext cx="2140834" cy="1767927"/>
            <a:chOff x="142083" y="79814"/>
            <a:chExt cx="1831025" cy="1512212"/>
          </a:xfrm>
        </p:grpSpPr>
        <p:sp>
          <p:nvSpPr>
            <p:cNvPr id="151" name="Google Shape;151;p5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175" name="Google Shape;175;p5"/>
          <p:cNvSpPr txBox="1"/>
          <p:nvPr>
            <p:ph type="title"/>
          </p:nvPr>
        </p:nvSpPr>
        <p:spPr>
          <a:xfrm>
            <a:off x="228600" y="216039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6" name="Google Shape;176;p5"/>
          <p:cNvSpPr txBox="1"/>
          <p:nvPr>
            <p:ph idx="1" type="subTitle"/>
          </p:nvPr>
        </p:nvSpPr>
        <p:spPr>
          <a:xfrm>
            <a:off x="228600" y="2800192"/>
            <a:ext cx="49167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79" name="Google Shape;179;p6"/>
          <p:cNvSpPr/>
          <p:nvPr>
            <p:ph idx="2" type="pic"/>
          </p:nvPr>
        </p:nvSpPr>
        <p:spPr>
          <a:xfrm>
            <a:off x="22842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6"/>
          <p:cNvSpPr/>
          <p:nvPr>
            <p:ph idx="3" type="pic"/>
          </p:nvPr>
        </p:nvSpPr>
        <p:spPr>
          <a:xfrm>
            <a:off x="203677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6"/>
          <p:cNvSpPr/>
          <p:nvPr>
            <p:ph idx="4" type="pic"/>
          </p:nvPr>
        </p:nvSpPr>
        <p:spPr>
          <a:xfrm>
            <a:off x="3844088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6"/>
          <p:cNvSpPr/>
          <p:nvPr>
            <p:ph idx="5" type="pic"/>
          </p:nvPr>
        </p:nvSpPr>
        <p:spPr>
          <a:xfrm>
            <a:off x="565551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6"/>
          <p:cNvSpPr/>
          <p:nvPr>
            <p:ph idx="6" type="pic"/>
          </p:nvPr>
        </p:nvSpPr>
        <p:spPr>
          <a:xfrm>
            <a:off x="747086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6"/>
          <p:cNvSpPr txBox="1"/>
          <p:nvPr>
            <p:ph idx="1" type="subTitle"/>
          </p:nvPr>
        </p:nvSpPr>
        <p:spPr>
          <a:xfrm>
            <a:off x="32670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5" name="Google Shape;185;p6"/>
          <p:cNvSpPr txBox="1"/>
          <p:nvPr>
            <p:ph idx="7" type="subTitle"/>
          </p:nvPr>
        </p:nvSpPr>
        <p:spPr>
          <a:xfrm>
            <a:off x="32670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86" name="Google Shape;186;p6"/>
          <p:cNvSpPr txBox="1"/>
          <p:nvPr>
            <p:ph idx="8" type="subTitle"/>
          </p:nvPr>
        </p:nvSpPr>
        <p:spPr>
          <a:xfrm>
            <a:off x="2131863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7" name="Google Shape;187;p6"/>
          <p:cNvSpPr txBox="1"/>
          <p:nvPr>
            <p:ph idx="9" type="subTitle"/>
          </p:nvPr>
        </p:nvSpPr>
        <p:spPr>
          <a:xfrm>
            <a:off x="2131863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88" name="Google Shape;188;p6"/>
          <p:cNvSpPr txBox="1"/>
          <p:nvPr>
            <p:ph idx="13" type="subTitle"/>
          </p:nvPr>
        </p:nvSpPr>
        <p:spPr>
          <a:xfrm>
            <a:off x="394585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9" name="Google Shape;189;p6"/>
          <p:cNvSpPr txBox="1"/>
          <p:nvPr>
            <p:ph idx="14" type="subTitle"/>
          </p:nvPr>
        </p:nvSpPr>
        <p:spPr>
          <a:xfrm>
            <a:off x="394585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90" name="Google Shape;190;p6"/>
          <p:cNvSpPr txBox="1"/>
          <p:nvPr>
            <p:ph idx="15" type="subTitle"/>
          </p:nvPr>
        </p:nvSpPr>
        <p:spPr>
          <a:xfrm>
            <a:off x="575346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6"/>
          <p:cNvSpPr txBox="1"/>
          <p:nvPr>
            <p:ph idx="16" type="subTitle"/>
          </p:nvPr>
        </p:nvSpPr>
        <p:spPr>
          <a:xfrm>
            <a:off x="575346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92" name="Google Shape;192;p6"/>
          <p:cNvSpPr txBox="1"/>
          <p:nvPr>
            <p:ph idx="17" type="subTitle"/>
          </p:nvPr>
        </p:nvSpPr>
        <p:spPr>
          <a:xfrm>
            <a:off x="756971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3" name="Google Shape;193;p6"/>
          <p:cNvSpPr txBox="1"/>
          <p:nvPr>
            <p:ph idx="18" type="subTitle"/>
          </p:nvPr>
        </p:nvSpPr>
        <p:spPr>
          <a:xfrm>
            <a:off x="756971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96" name="Google Shape;196;p7"/>
          <p:cNvSpPr/>
          <p:nvPr/>
        </p:nvSpPr>
        <p:spPr>
          <a:xfrm>
            <a:off x="4898537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962868" y="6100"/>
            <a:ext cx="2115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8077928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063300" y="6100"/>
            <a:ext cx="18354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" name="Google Shape;200;p7"/>
          <p:cNvSpPr/>
          <p:nvPr>
            <p:ph idx="2" type="pic"/>
          </p:nvPr>
        </p:nvSpPr>
        <p:spPr>
          <a:xfrm>
            <a:off x="228425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7"/>
          <p:cNvSpPr/>
          <p:nvPr>
            <p:ph idx="3" type="pic"/>
          </p:nvPr>
        </p:nvSpPr>
        <p:spPr>
          <a:xfrm>
            <a:off x="203908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7"/>
          <p:cNvSpPr/>
          <p:nvPr>
            <p:ph idx="4" type="pic"/>
          </p:nvPr>
        </p:nvSpPr>
        <p:spPr>
          <a:xfrm>
            <a:off x="3849663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3" name="Google Shape;203;p7"/>
          <p:cNvSpPr/>
          <p:nvPr>
            <p:ph idx="5" type="pic"/>
          </p:nvPr>
        </p:nvSpPr>
        <p:spPr>
          <a:xfrm>
            <a:off x="56602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7"/>
          <p:cNvSpPr/>
          <p:nvPr>
            <p:ph idx="6" type="pic"/>
          </p:nvPr>
        </p:nvSpPr>
        <p:spPr>
          <a:xfrm>
            <a:off x="74707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7"/>
          <p:cNvSpPr txBox="1"/>
          <p:nvPr>
            <p:ph idx="1" type="subTitle"/>
          </p:nvPr>
        </p:nvSpPr>
        <p:spPr>
          <a:xfrm>
            <a:off x="326700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6" name="Google Shape;206;p7"/>
          <p:cNvSpPr txBox="1"/>
          <p:nvPr>
            <p:ph idx="7" type="subTitle"/>
          </p:nvPr>
        </p:nvSpPr>
        <p:spPr>
          <a:xfrm>
            <a:off x="326700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07" name="Google Shape;207;p7"/>
          <p:cNvSpPr txBox="1"/>
          <p:nvPr>
            <p:ph idx="8" type="subTitle"/>
          </p:nvPr>
        </p:nvSpPr>
        <p:spPr>
          <a:xfrm>
            <a:off x="21251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8" name="Google Shape;208;p7"/>
          <p:cNvSpPr txBox="1"/>
          <p:nvPr>
            <p:ph idx="9" type="subTitle"/>
          </p:nvPr>
        </p:nvSpPr>
        <p:spPr>
          <a:xfrm>
            <a:off x="21251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09" name="Google Shape;209;p7"/>
          <p:cNvSpPr txBox="1"/>
          <p:nvPr>
            <p:ph idx="13" type="subTitle"/>
          </p:nvPr>
        </p:nvSpPr>
        <p:spPr>
          <a:xfrm>
            <a:off x="39356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0" name="Google Shape;210;p7"/>
          <p:cNvSpPr txBox="1"/>
          <p:nvPr>
            <p:ph idx="14" type="subTitle"/>
          </p:nvPr>
        </p:nvSpPr>
        <p:spPr>
          <a:xfrm>
            <a:off x="39356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1" name="Google Shape;211;p7"/>
          <p:cNvSpPr txBox="1"/>
          <p:nvPr>
            <p:ph idx="15" type="subTitle"/>
          </p:nvPr>
        </p:nvSpPr>
        <p:spPr>
          <a:xfrm>
            <a:off x="5746188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2" name="Google Shape;212;p7"/>
          <p:cNvSpPr txBox="1"/>
          <p:nvPr>
            <p:ph idx="16" type="subTitle"/>
          </p:nvPr>
        </p:nvSpPr>
        <p:spPr>
          <a:xfrm>
            <a:off x="5746188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3" name="Google Shape;213;p7"/>
          <p:cNvSpPr txBox="1"/>
          <p:nvPr>
            <p:ph idx="17" type="subTitle"/>
          </p:nvPr>
        </p:nvSpPr>
        <p:spPr>
          <a:xfrm>
            <a:off x="755671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4" name="Google Shape;214;p7"/>
          <p:cNvSpPr txBox="1"/>
          <p:nvPr>
            <p:ph idx="18" type="subTitle"/>
          </p:nvPr>
        </p:nvSpPr>
        <p:spPr>
          <a:xfrm>
            <a:off x="755671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5" name="Google Shape;215;p7"/>
          <p:cNvSpPr txBox="1"/>
          <p:nvPr>
            <p:ph idx="19" type="body"/>
          </p:nvPr>
        </p:nvSpPr>
        <p:spPr>
          <a:xfrm>
            <a:off x="2286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6" name="Google Shape;216;p7"/>
          <p:cNvSpPr txBox="1"/>
          <p:nvPr>
            <p:ph idx="20" type="body"/>
          </p:nvPr>
        </p:nvSpPr>
        <p:spPr>
          <a:xfrm>
            <a:off x="203910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7" name="Google Shape;217;p7"/>
          <p:cNvSpPr txBox="1"/>
          <p:nvPr>
            <p:ph idx="21" type="body"/>
          </p:nvPr>
        </p:nvSpPr>
        <p:spPr>
          <a:xfrm>
            <a:off x="384952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8" name="Google Shape;218;p7"/>
          <p:cNvSpPr txBox="1"/>
          <p:nvPr>
            <p:ph idx="22" type="body"/>
          </p:nvPr>
        </p:nvSpPr>
        <p:spPr>
          <a:xfrm>
            <a:off x="565995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9" name="Google Shape;219;p7"/>
          <p:cNvSpPr txBox="1"/>
          <p:nvPr>
            <p:ph idx="23" type="body"/>
          </p:nvPr>
        </p:nvSpPr>
        <p:spPr>
          <a:xfrm>
            <a:off x="74703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locks">
  <p:cSld name="BLANK_1_1_1_1_3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 txBox="1"/>
          <p:nvPr>
            <p:ph idx="1" type="subTitle"/>
          </p:nvPr>
        </p:nvSpPr>
        <p:spPr>
          <a:xfrm>
            <a:off x="424600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4" name="Google Shape;224;p9"/>
          <p:cNvSpPr txBox="1"/>
          <p:nvPr>
            <p:ph idx="2" type="body"/>
          </p:nvPr>
        </p:nvSpPr>
        <p:spPr>
          <a:xfrm>
            <a:off x="424600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5" name="Google Shape;225;p9"/>
          <p:cNvSpPr txBox="1"/>
          <p:nvPr>
            <p:ph idx="3" type="subTitle"/>
          </p:nvPr>
        </p:nvSpPr>
        <p:spPr>
          <a:xfrm>
            <a:off x="3329688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6" name="Google Shape;226;p9"/>
          <p:cNvSpPr txBox="1"/>
          <p:nvPr>
            <p:ph idx="4" type="body"/>
          </p:nvPr>
        </p:nvSpPr>
        <p:spPr>
          <a:xfrm>
            <a:off x="3329688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7" name="Google Shape;227;p9"/>
          <p:cNvSpPr txBox="1"/>
          <p:nvPr>
            <p:ph idx="5" type="subTitle"/>
          </p:nvPr>
        </p:nvSpPr>
        <p:spPr>
          <a:xfrm>
            <a:off x="6237091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9"/>
          <p:cNvSpPr txBox="1"/>
          <p:nvPr>
            <p:ph idx="6" type="body"/>
          </p:nvPr>
        </p:nvSpPr>
        <p:spPr>
          <a:xfrm>
            <a:off x="6237091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9" name="Google Shape;229;p9"/>
          <p:cNvSpPr txBox="1"/>
          <p:nvPr>
            <p:ph type="title"/>
          </p:nvPr>
        </p:nvSpPr>
        <p:spPr>
          <a:xfrm>
            <a:off x="228600" y="420025"/>
            <a:ext cx="481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30" name="Google Shape;230;p9"/>
          <p:cNvSpPr txBox="1"/>
          <p:nvPr>
            <p:ph idx="7" type="subTitle"/>
          </p:nvPr>
        </p:nvSpPr>
        <p:spPr>
          <a:xfrm>
            <a:off x="424600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9"/>
          <p:cNvSpPr txBox="1"/>
          <p:nvPr>
            <p:ph idx="8" type="body"/>
          </p:nvPr>
        </p:nvSpPr>
        <p:spPr>
          <a:xfrm>
            <a:off x="424600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32" name="Google Shape;232;p9"/>
          <p:cNvSpPr txBox="1"/>
          <p:nvPr>
            <p:ph idx="9" type="subTitle"/>
          </p:nvPr>
        </p:nvSpPr>
        <p:spPr>
          <a:xfrm>
            <a:off x="4815675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3" name="Google Shape;233;p9"/>
          <p:cNvSpPr txBox="1"/>
          <p:nvPr>
            <p:ph idx="13" type="body"/>
          </p:nvPr>
        </p:nvSpPr>
        <p:spPr>
          <a:xfrm>
            <a:off x="4815675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">
  <p:cSld name="BLANK_1_1_1_1_2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36" name="Google Shape;236;p10"/>
          <p:cNvSpPr/>
          <p:nvPr>
            <p:ph idx="2" type="pic"/>
          </p:nvPr>
        </p:nvSpPr>
        <p:spPr>
          <a:xfrm>
            <a:off x="1446025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37" name="Google Shape;237;p10"/>
          <p:cNvSpPr/>
          <p:nvPr>
            <p:ph idx="3" type="pic"/>
          </p:nvPr>
        </p:nvSpPr>
        <p:spPr>
          <a:xfrm>
            <a:off x="6526650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38" name="Google Shape;238;p10"/>
          <p:cNvSpPr/>
          <p:nvPr>
            <p:ph idx="4" type="pic"/>
          </p:nvPr>
        </p:nvSpPr>
        <p:spPr>
          <a:xfrm>
            <a:off x="3982125" y="2570200"/>
            <a:ext cx="1232400" cy="1292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39" name="Google Shape;239;p10"/>
          <p:cNvSpPr txBox="1"/>
          <p:nvPr>
            <p:ph idx="1" type="subTitle"/>
          </p:nvPr>
        </p:nvSpPr>
        <p:spPr>
          <a:xfrm>
            <a:off x="228477" y="266742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40" name="Google Shape;240;p10"/>
          <p:cNvSpPr txBox="1"/>
          <p:nvPr>
            <p:ph idx="5" type="subTitle"/>
          </p:nvPr>
        </p:nvSpPr>
        <p:spPr>
          <a:xfrm>
            <a:off x="228475" y="3167625"/>
            <a:ext cx="2195100" cy="690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41" name="Google Shape;241;p10"/>
          <p:cNvSpPr txBox="1"/>
          <p:nvPr>
            <p:ph idx="6" type="subTitle"/>
          </p:nvPr>
        </p:nvSpPr>
        <p:spPr>
          <a:xfrm>
            <a:off x="2833342" y="3971788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10"/>
          <p:cNvSpPr txBox="1"/>
          <p:nvPr>
            <p:ph idx="7" type="subTitle"/>
          </p:nvPr>
        </p:nvSpPr>
        <p:spPr>
          <a:xfrm>
            <a:off x="2833350" y="4471996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43" name="Google Shape;243;p10"/>
          <p:cNvSpPr txBox="1"/>
          <p:nvPr>
            <p:ph idx="8" type="subTitle"/>
          </p:nvPr>
        </p:nvSpPr>
        <p:spPr>
          <a:xfrm>
            <a:off x="5382242" y="268614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44" name="Google Shape;244;p10"/>
          <p:cNvSpPr txBox="1"/>
          <p:nvPr>
            <p:ph idx="9" type="subTitle"/>
          </p:nvPr>
        </p:nvSpPr>
        <p:spPr>
          <a:xfrm>
            <a:off x="5382250" y="3186352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45" name="Google Shape;245;p10"/>
          <p:cNvSpPr txBox="1"/>
          <p:nvPr>
            <p:ph idx="13" type="subTitle"/>
          </p:nvPr>
        </p:nvSpPr>
        <p:spPr>
          <a:xfrm>
            <a:off x="2418550" y="2576525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10"/>
          <p:cNvSpPr txBox="1"/>
          <p:nvPr>
            <p:ph idx="14" type="subTitle"/>
          </p:nvPr>
        </p:nvSpPr>
        <p:spPr>
          <a:xfrm>
            <a:off x="4958025" y="3866186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10"/>
          <p:cNvSpPr txBox="1"/>
          <p:nvPr>
            <p:ph idx="15" type="subTitle"/>
          </p:nvPr>
        </p:nvSpPr>
        <p:spPr>
          <a:xfrm>
            <a:off x="7502550" y="2578054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ards">
  <p:cSld name="CUSTOM_2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1"/>
          <p:cNvPicPr preferRelativeResize="0"/>
          <p:nvPr/>
        </p:nvPicPr>
        <p:blipFill rotWithShape="1">
          <a:blip r:embed="rId2">
            <a:alphaModFix/>
          </a:blip>
          <a:srcRect b="7467" l="0" r="17932" t="6703"/>
          <a:stretch/>
        </p:blipFill>
        <p:spPr>
          <a:xfrm>
            <a:off x="5425450" y="0"/>
            <a:ext cx="3718549" cy="409792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51" name="Google Shape;251;p11"/>
          <p:cNvSpPr txBox="1"/>
          <p:nvPr>
            <p:ph idx="1" type="subTitle"/>
          </p:nvPr>
        </p:nvSpPr>
        <p:spPr>
          <a:xfrm>
            <a:off x="5405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2" name="Google Shape;252;p11"/>
          <p:cNvSpPr txBox="1"/>
          <p:nvPr>
            <p:ph idx="2" type="subTitle"/>
          </p:nvPr>
        </p:nvSpPr>
        <p:spPr>
          <a:xfrm>
            <a:off x="5405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3" name="Google Shape;253;p11"/>
          <p:cNvSpPr txBox="1"/>
          <p:nvPr>
            <p:ph idx="3" type="subTitle"/>
          </p:nvPr>
        </p:nvSpPr>
        <p:spPr>
          <a:xfrm>
            <a:off x="346657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4" name="Google Shape;254;p11"/>
          <p:cNvSpPr txBox="1"/>
          <p:nvPr>
            <p:ph idx="4" type="subTitle"/>
          </p:nvPr>
        </p:nvSpPr>
        <p:spPr>
          <a:xfrm>
            <a:off x="346657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5" name="Google Shape;255;p11"/>
          <p:cNvSpPr txBox="1"/>
          <p:nvPr>
            <p:ph idx="5" type="subTitle"/>
          </p:nvPr>
        </p:nvSpPr>
        <p:spPr>
          <a:xfrm>
            <a:off x="63926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6" name="Google Shape;256;p11"/>
          <p:cNvSpPr txBox="1"/>
          <p:nvPr>
            <p:ph idx="6" type="subTitle"/>
          </p:nvPr>
        </p:nvSpPr>
        <p:spPr>
          <a:xfrm>
            <a:off x="63926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w/ 3 ideas">
  <p:cSld name="CUSTOM_3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12"/>
          <p:cNvPicPr preferRelativeResize="0"/>
          <p:nvPr/>
        </p:nvPicPr>
        <p:blipFill rotWithShape="1">
          <a:blip r:embed="rId2">
            <a:alphaModFix/>
          </a:blip>
          <a:srcRect b="15068" l="14900" r="18071" t="15236"/>
          <a:stretch/>
        </p:blipFill>
        <p:spPr>
          <a:xfrm>
            <a:off x="2750850" y="1538351"/>
            <a:ext cx="1791900" cy="2175997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2"/>
          <p:cNvSpPr/>
          <p:nvPr/>
        </p:nvSpPr>
        <p:spPr>
          <a:xfrm rot="10800000">
            <a:off x="2020350" y="3151875"/>
            <a:ext cx="2509500" cy="1216800"/>
          </a:xfrm>
          <a:prstGeom prst="roundRect">
            <a:avLst>
              <a:gd fmla="val 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60" name="Google Shape;260;p12"/>
          <p:cNvSpPr txBox="1"/>
          <p:nvPr>
            <p:ph type="title"/>
          </p:nvPr>
        </p:nvSpPr>
        <p:spPr>
          <a:xfrm>
            <a:off x="228600" y="420025"/>
            <a:ext cx="4296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61" name="Google Shape;261;p12"/>
          <p:cNvSpPr/>
          <p:nvPr>
            <p:ph idx="2" type="pic"/>
          </p:nvPr>
        </p:nvSpPr>
        <p:spPr>
          <a:xfrm>
            <a:off x="228425" y="2450950"/>
            <a:ext cx="1791900" cy="19176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12"/>
          <p:cNvSpPr txBox="1"/>
          <p:nvPr>
            <p:ph idx="1" type="subTitle"/>
          </p:nvPr>
        </p:nvSpPr>
        <p:spPr>
          <a:xfrm>
            <a:off x="2150204" y="3212736"/>
            <a:ext cx="16365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3" type="subTitle"/>
          </p:nvPr>
        </p:nvSpPr>
        <p:spPr>
          <a:xfrm>
            <a:off x="2150200" y="3668125"/>
            <a:ext cx="22611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64" name="Google Shape;264;p12"/>
          <p:cNvSpPr txBox="1"/>
          <p:nvPr>
            <p:ph idx="4" type="subTitle"/>
          </p:nvPr>
        </p:nvSpPr>
        <p:spPr>
          <a:xfrm>
            <a:off x="6122828" y="399200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5" name="Google Shape;265;p12"/>
          <p:cNvSpPr txBox="1"/>
          <p:nvPr>
            <p:ph idx="5" type="subTitle"/>
          </p:nvPr>
        </p:nvSpPr>
        <p:spPr>
          <a:xfrm>
            <a:off x="6122827" y="837400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66" name="Google Shape;266;p12"/>
          <p:cNvSpPr txBox="1"/>
          <p:nvPr>
            <p:ph idx="6" type="subTitle"/>
          </p:nvPr>
        </p:nvSpPr>
        <p:spPr>
          <a:xfrm>
            <a:off x="6122828" y="1964891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7" name="Google Shape;267;p12"/>
          <p:cNvSpPr txBox="1"/>
          <p:nvPr>
            <p:ph idx="7" type="subTitle"/>
          </p:nvPr>
        </p:nvSpPr>
        <p:spPr>
          <a:xfrm>
            <a:off x="6122827" y="2403091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68" name="Google Shape;268;p12"/>
          <p:cNvSpPr txBox="1"/>
          <p:nvPr>
            <p:ph idx="8" type="subTitle"/>
          </p:nvPr>
        </p:nvSpPr>
        <p:spPr>
          <a:xfrm>
            <a:off x="6122828" y="3532866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9" name="Google Shape;269;p12"/>
          <p:cNvSpPr txBox="1"/>
          <p:nvPr>
            <p:ph idx="9" type="subTitle"/>
          </p:nvPr>
        </p:nvSpPr>
        <p:spPr>
          <a:xfrm>
            <a:off x="6122827" y="3971066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deas">
  <p:cSld name="CUSTOM_4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"/>
          <p:cNvSpPr txBox="1"/>
          <p:nvPr>
            <p:ph idx="1" type="subTitle"/>
          </p:nvPr>
        </p:nvSpPr>
        <p:spPr>
          <a:xfrm>
            <a:off x="4590850" y="2481900"/>
            <a:ext cx="1222800" cy="370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13"/>
          <p:cNvSpPr txBox="1"/>
          <p:nvPr>
            <p:ph idx="2" type="subTitle"/>
          </p:nvPr>
        </p:nvSpPr>
        <p:spPr>
          <a:xfrm>
            <a:off x="4590850" y="38127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73" name="Google Shape;273;p13"/>
          <p:cNvSpPr txBox="1"/>
          <p:nvPr>
            <p:ph idx="3" type="subTitle"/>
          </p:nvPr>
        </p:nvSpPr>
        <p:spPr>
          <a:xfrm>
            <a:off x="4590850" y="11511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74" name="Google Shape;274;p13"/>
          <p:cNvSpPr txBox="1"/>
          <p:nvPr>
            <p:ph type="title"/>
          </p:nvPr>
        </p:nvSpPr>
        <p:spPr>
          <a:xfrm>
            <a:off x="228600" y="420025"/>
            <a:ext cx="2926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75" name="Google Shape;275;p13"/>
          <p:cNvSpPr/>
          <p:nvPr/>
        </p:nvSpPr>
        <p:spPr>
          <a:xfrm>
            <a:off x="3849550" y="11511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3849550" y="24819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3849550" y="-179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3849550" y="3812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9" name="Google Shape;279;p13"/>
          <p:cNvSpPr txBox="1"/>
          <p:nvPr>
            <p:ph idx="4" type="subTitle"/>
          </p:nvPr>
        </p:nvSpPr>
        <p:spPr>
          <a:xfrm>
            <a:off x="6080700" y="11999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80" name="Google Shape;280;p13"/>
          <p:cNvSpPr txBox="1"/>
          <p:nvPr>
            <p:ph idx="5" type="subTitle"/>
          </p:nvPr>
        </p:nvSpPr>
        <p:spPr>
          <a:xfrm>
            <a:off x="6080700" y="25307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81" name="Google Shape;281;p13"/>
          <p:cNvSpPr txBox="1"/>
          <p:nvPr>
            <p:ph idx="6" type="subTitle"/>
          </p:nvPr>
        </p:nvSpPr>
        <p:spPr>
          <a:xfrm>
            <a:off x="6080700" y="38615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 w/ text">
  <p:cSld name="CUSTOM_5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84" name="Google Shape;284;p14"/>
          <p:cNvSpPr txBox="1"/>
          <p:nvPr>
            <p:ph idx="1" type="subTitle"/>
          </p:nvPr>
        </p:nvSpPr>
        <p:spPr>
          <a:xfrm>
            <a:off x="22952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5" name="Google Shape;285;p14"/>
          <p:cNvSpPr txBox="1"/>
          <p:nvPr>
            <p:ph idx="2" type="subTitle"/>
          </p:nvPr>
        </p:nvSpPr>
        <p:spPr>
          <a:xfrm>
            <a:off x="242747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14"/>
          <p:cNvSpPr txBox="1"/>
          <p:nvPr>
            <p:ph idx="3" type="subTitle"/>
          </p:nvPr>
        </p:nvSpPr>
        <p:spPr>
          <a:xfrm>
            <a:off x="4622700" y="1803875"/>
            <a:ext cx="17763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7" name="Google Shape;287;p14"/>
          <p:cNvSpPr txBox="1"/>
          <p:nvPr>
            <p:ph idx="4" type="subTitle"/>
          </p:nvPr>
        </p:nvSpPr>
        <p:spPr>
          <a:xfrm>
            <a:off x="6813656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8" name="Google Shape;288;p14"/>
          <p:cNvSpPr txBox="1"/>
          <p:nvPr>
            <p:ph idx="5" type="body"/>
          </p:nvPr>
        </p:nvSpPr>
        <p:spPr>
          <a:xfrm>
            <a:off x="561325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89" name="Google Shape;289;p14"/>
          <p:cNvSpPr txBox="1"/>
          <p:nvPr>
            <p:ph idx="6" type="body"/>
          </p:nvPr>
        </p:nvSpPr>
        <p:spPr>
          <a:xfrm>
            <a:off x="2757388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0" name="Google Shape;290;p14"/>
          <p:cNvSpPr txBox="1"/>
          <p:nvPr>
            <p:ph idx="7" type="body"/>
          </p:nvPr>
        </p:nvSpPr>
        <p:spPr>
          <a:xfrm>
            <a:off x="495841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1" name="Google Shape;291;p14"/>
          <p:cNvSpPr txBox="1"/>
          <p:nvPr>
            <p:ph idx="8" type="body"/>
          </p:nvPr>
        </p:nvSpPr>
        <p:spPr>
          <a:xfrm>
            <a:off x="714686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2" name="Google Shape;292;p14"/>
          <p:cNvSpPr txBox="1"/>
          <p:nvPr>
            <p:ph idx="9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3" name="Google Shape;293;p14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5_2_3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96" name="Google Shape;296;p15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7" name="Google Shape;297;p15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9" name="Google Shape;299;p15"/>
          <p:cNvSpPr txBox="1"/>
          <p:nvPr>
            <p:ph idx="2" type="subTitle"/>
          </p:nvPr>
        </p:nvSpPr>
        <p:spPr>
          <a:xfrm>
            <a:off x="197717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0" name="Google Shape;300;p15"/>
          <p:cNvSpPr txBox="1"/>
          <p:nvPr>
            <p:ph idx="3" type="subTitle"/>
          </p:nvPr>
        </p:nvSpPr>
        <p:spPr>
          <a:xfrm>
            <a:off x="362318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1" name="Google Shape;301;p15"/>
          <p:cNvSpPr txBox="1"/>
          <p:nvPr>
            <p:ph idx="4" type="subTitle"/>
          </p:nvPr>
        </p:nvSpPr>
        <p:spPr>
          <a:xfrm>
            <a:off x="5465499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2" name="Google Shape;302;p15"/>
          <p:cNvSpPr txBox="1"/>
          <p:nvPr>
            <p:ph idx="5" type="subTitle"/>
          </p:nvPr>
        </p:nvSpPr>
        <p:spPr>
          <a:xfrm>
            <a:off x="385125" y="22006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3" name="Google Shape;303;p15"/>
          <p:cNvSpPr txBox="1"/>
          <p:nvPr>
            <p:ph idx="6" type="subTitle"/>
          </p:nvPr>
        </p:nvSpPr>
        <p:spPr>
          <a:xfrm>
            <a:off x="385125" y="26108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4" name="Google Shape;304;p15"/>
          <p:cNvSpPr txBox="1"/>
          <p:nvPr>
            <p:ph idx="7" type="subTitle"/>
          </p:nvPr>
        </p:nvSpPr>
        <p:spPr>
          <a:xfrm>
            <a:off x="385125" y="3024075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5" name="Google Shape;305;p15"/>
          <p:cNvSpPr txBox="1"/>
          <p:nvPr>
            <p:ph idx="8" type="subTitle"/>
          </p:nvPr>
        </p:nvSpPr>
        <p:spPr>
          <a:xfrm>
            <a:off x="385125" y="34296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6" name="Google Shape;306;p15"/>
          <p:cNvSpPr txBox="1"/>
          <p:nvPr>
            <p:ph idx="9" type="subTitle"/>
          </p:nvPr>
        </p:nvSpPr>
        <p:spPr>
          <a:xfrm>
            <a:off x="385125" y="38485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7" name="Google Shape;307;p15"/>
          <p:cNvSpPr txBox="1"/>
          <p:nvPr>
            <p:ph idx="13" type="subTitle"/>
          </p:nvPr>
        </p:nvSpPr>
        <p:spPr>
          <a:xfrm>
            <a:off x="1977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8" name="Google Shape;308;p15"/>
          <p:cNvSpPr txBox="1"/>
          <p:nvPr>
            <p:ph idx="14" type="subTitle"/>
          </p:nvPr>
        </p:nvSpPr>
        <p:spPr>
          <a:xfrm>
            <a:off x="1977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9" name="Google Shape;309;p15"/>
          <p:cNvSpPr txBox="1"/>
          <p:nvPr>
            <p:ph idx="15" type="subTitle"/>
          </p:nvPr>
        </p:nvSpPr>
        <p:spPr>
          <a:xfrm>
            <a:off x="1977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0" name="Google Shape;310;p15"/>
          <p:cNvSpPr txBox="1"/>
          <p:nvPr>
            <p:ph idx="16" type="subTitle"/>
          </p:nvPr>
        </p:nvSpPr>
        <p:spPr>
          <a:xfrm>
            <a:off x="1977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1" name="Google Shape;311;p15"/>
          <p:cNvSpPr txBox="1"/>
          <p:nvPr>
            <p:ph idx="17" type="subTitle"/>
          </p:nvPr>
        </p:nvSpPr>
        <p:spPr>
          <a:xfrm>
            <a:off x="1977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2" name="Google Shape;312;p15"/>
          <p:cNvSpPr txBox="1"/>
          <p:nvPr>
            <p:ph idx="18" type="subTitle"/>
          </p:nvPr>
        </p:nvSpPr>
        <p:spPr>
          <a:xfrm>
            <a:off x="3623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3" name="Google Shape;313;p15"/>
          <p:cNvSpPr txBox="1"/>
          <p:nvPr>
            <p:ph idx="19" type="subTitle"/>
          </p:nvPr>
        </p:nvSpPr>
        <p:spPr>
          <a:xfrm>
            <a:off x="3623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4" name="Google Shape;314;p15"/>
          <p:cNvSpPr txBox="1"/>
          <p:nvPr>
            <p:ph idx="20" type="subTitle"/>
          </p:nvPr>
        </p:nvSpPr>
        <p:spPr>
          <a:xfrm>
            <a:off x="3623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5" name="Google Shape;315;p15"/>
          <p:cNvSpPr txBox="1"/>
          <p:nvPr>
            <p:ph idx="21" type="subTitle"/>
          </p:nvPr>
        </p:nvSpPr>
        <p:spPr>
          <a:xfrm>
            <a:off x="3623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6" name="Google Shape;316;p15"/>
          <p:cNvSpPr txBox="1"/>
          <p:nvPr>
            <p:ph idx="22" type="subTitle"/>
          </p:nvPr>
        </p:nvSpPr>
        <p:spPr>
          <a:xfrm>
            <a:off x="3623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7" name="Google Shape;317;p15"/>
          <p:cNvSpPr txBox="1"/>
          <p:nvPr>
            <p:ph idx="23" type="subTitle"/>
          </p:nvPr>
        </p:nvSpPr>
        <p:spPr>
          <a:xfrm>
            <a:off x="5465501" y="22006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8" name="Google Shape;318;p15"/>
          <p:cNvSpPr txBox="1"/>
          <p:nvPr>
            <p:ph idx="24" type="subTitle"/>
          </p:nvPr>
        </p:nvSpPr>
        <p:spPr>
          <a:xfrm>
            <a:off x="5465501" y="26108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9" name="Google Shape;319;p15"/>
          <p:cNvSpPr txBox="1"/>
          <p:nvPr>
            <p:ph idx="25" type="subTitle"/>
          </p:nvPr>
        </p:nvSpPr>
        <p:spPr>
          <a:xfrm>
            <a:off x="5465501" y="30222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20" name="Google Shape;320;p15"/>
          <p:cNvSpPr txBox="1"/>
          <p:nvPr>
            <p:ph idx="26" type="subTitle"/>
          </p:nvPr>
        </p:nvSpPr>
        <p:spPr>
          <a:xfrm>
            <a:off x="5465501" y="34370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21" name="Google Shape;321;p15"/>
          <p:cNvSpPr txBox="1"/>
          <p:nvPr>
            <p:ph idx="27" type="subTitle"/>
          </p:nvPr>
        </p:nvSpPr>
        <p:spPr>
          <a:xfrm>
            <a:off x="5465501" y="38494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highlights">
  <p:cSld name="CUSTOM_5_2_2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24" name="Google Shape;324;p16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25" name="Google Shape;325;p16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26" name="Google Shape;326;p16"/>
          <p:cNvSpPr txBox="1"/>
          <p:nvPr>
            <p:ph idx="2" type="subTitle"/>
          </p:nvPr>
        </p:nvSpPr>
        <p:spPr>
          <a:xfrm>
            <a:off x="229525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27" name="Google Shape;327;p16"/>
          <p:cNvSpPr txBox="1"/>
          <p:nvPr>
            <p:ph idx="3" type="subTitle"/>
          </p:nvPr>
        </p:nvSpPr>
        <p:spPr>
          <a:xfrm>
            <a:off x="201570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28" name="Google Shape;328;p16"/>
          <p:cNvSpPr txBox="1"/>
          <p:nvPr>
            <p:ph idx="4" type="subTitle"/>
          </p:nvPr>
        </p:nvSpPr>
        <p:spPr>
          <a:xfrm>
            <a:off x="3774602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29" name="Google Shape;329;p16"/>
          <p:cNvSpPr txBox="1"/>
          <p:nvPr>
            <p:ph idx="5" type="subTitle"/>
          </p:nvPr>
        </p:nvSpPr>
        <p:spPr>
          <a:xfrm>
            <a:off x="5616677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30" name="Google Shape;330;p16"/>
          <p:cNvSpPr txBox="1"/>
          <p:nvPr>
            <p:ph idx="6" type="subTitle"/>
          </p:nvPr>
        </p:nvSpPr>
        <p:spPr>
          <a:xfrm>
            <a:off x="741145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31" name="Google Shape;331;p16"/>
          <p:cNvSpPr txBox="1"/>
          <p:nvPr>
            <p:ph idx="7" type="body"/>
          </p:nvPr>
        </p:nvSpPr>
        <p:spPr>
          <a:xfrm>
            <a:off x="3875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32" name="Google Shape;332;p16"/>
          <p:cNvSpPr txBox="1"/>
          <p:nvPr>
            <p:ph idx="8" type="body"/>
          </p:nvPr>
        </p:nvSpPr>
        <p:spPr>
          <a:xfrm>
            <a:off x="2164609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333" name="Google Shape;333;p16"/>
          <p:cNvSpPr txBox="1"/>
          <p:nvPr>
            <p:ph idx="9" type="body"/>
          </p:nvPr>
        </p:nvSpPr>
        <p:spPr>
          <a:xfrm>
            <a:off x="39416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34" name="Google Shape;334;p16"/>
          <p:cNvSpPr txBox="1"/>
          <p:nvPr>
            <p:ph idx="13" type="body"/>
          </p:nvPr>
        </p:nvSpPr>
        <p:spPr>
          <a:xfrm>
            <a:off x="57644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35" name="Google Shape;335;p16"/>
          <p:cNvSpPr txBox="1"/>
          <p:nvPr>
            <p:ph idx="14" type="body"/>
          </p:nvPr>
        </p:nvSpPr>
        <p:spPr>
          <a:xfrm>
            <a:off x="75873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 w/ dots">
  <p:cSld name="CUSTOM_5_2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7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38" name="Google Shape;338;p17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39" name="Google Shape;339;p17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0" name="Google Shape;340;p17"/>
          <p:cNvSpPr txBox="1"/>
          <p:nvPr>
            <p:ph idx="2" type="subTitle"/>
          </p:nvPr>
        </p:nvSpPr>
        <p:spPr>
          <a:xfrm>
            <a:off x="35170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1" name="Google Shape;341;p17"/>
          <p:cNvSpPr txBox="1"/>
          <p:nvPr>
            <p:ph idx="3" type="subTitle"/>
          </p:nvPr>
        </p:nvSpPr>
        <p:spPr>
          <a:xfrm>
            <a:off x="331505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2" name="Google Shape;342;p17"/>
          <p:cNvSpPr txBox="1"/>
          <p:nvPr>
            <p:ph idx="4" type="subTitle"/>
          </p:nvPr>
        </p:nvSpPr>
        <p:spPr>
          <a:xfrm>
            <a:off x="6278400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grpSp>
        <p:nvGrpSpPr>
          <p:cNvPr id="344" name="Google Shape;344;p17"/>
          <p:cNvGrpSpPr/>
          <p:nvPr/>
        </p:nvGrpSpPr>
        <p:grpSpPr>
          <a:xfrm flipH="1">
            <a:off x="6903656" y="79823"/>
            <a:ext cx="2140834" cy="1767927"/>
            <a:chOff x="142083" y="79814"/>
            <a:chExt cx="1831025" cy="1512212"/>
          </a:xfrm>
        </p:grpSpPr>
        <p:sp>
          <p:nvSpPr>
            <p:cNvPr id="345" name="Google Shape;345;p17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6" name="Google Shape;346;p17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7" name="Google Shape;347;p17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8" name="Google Shape;348;p17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9" name="Google Shape;349;p17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0" name="Google Shape;350;p17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1" name="Google Shape;351;p17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2" name="Google Shape;352;p17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3" name="Google Shape;353;p17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4" name="Google Shape;354;p17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5" name="Google Shape;355;p17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6" name="Google Shape;356;p17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7" name="Google Shape;357;p17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8" name="Google Shape;358;p17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9" name="Google Shape;359;p17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0" name="Google Shape;360;p17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1" name="Google Shape;361;p17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2" name="Google Shape;362;p17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3" name="Google Shape;363;p17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4" name="Google Shape;364;p17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5" name="Google Shape;365;p17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6" name="Google Shape;366;p17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7" name="Google Shape;367;p17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8" name="Google Shape;368;p17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369" name="Google Shape;369;p17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70" name="Google Shape;370;p17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">
  <p:cSld name="CUSTOM_5_2_1_1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8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73" name="Google Shape;373;p18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74" name="Google Shape;374;p18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5" name="Google Shape;375;p18"/>
          <p:cNvSpPr txBox="1"/>
          <p:nvPr>
            <p:ph idx="2" type="subTitle"/>
          </p:nvPr>
        </p:nvSpPr>
        <p:spPr>
          <a:xfrm>
            <a:off x="35170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6" name="Google Shape;376;p18"/>
          <p:cNvSpPr txBox="1"/>
          <p:nvPr>
            <p:ph idx="3" type="subTitle"/>
          </p:nvPr>
        </p:nvSpPr>
        <p:spPr>
          <a:xfrm>
            <a:off x="331505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7" name="Google Shape;377;p18"/>
          <p:cNvSpPr txBox="1"/>
          <p:nvPr>
            <p:ph idx="4" type="subTitle"/>
          </p:nvPr>
        </p:nvSpPr>
        <p:spPr>
          <a:xfrm>
            <a:off x="6278400" y="2435600"/>
            <a:ext cx="2439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8" name="Google Shape;378;p18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379" name="Google Shape;379;p18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80" name="Google Shape;380;p18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highlights">
  <p:cSld name="CUSTOM_5_1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9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83" name="Google Shape;383;p19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84" name="Google Shape;384;p19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85" name="Google Shape;385;p19"/>
          <p:cNvSpPr txBox="1"/>
          <p:nvPr>
            <p:ph idx="2" type="subTitle"/>
          </p:nvPr>
        </p:nvSpPr>
        <p:spPr>
          <a:xfrm>
            <a:off x="637000" y="1820550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6" name="Google Shape;386;p19"/>
          <p:cNvSpPr txBox="1"/>
          <p:nvPr>
            <p:ph idx="3" type="subTitle"/>
          </p:nvPr>
        </p:nvSpPr>
        <p:spPr>
          <a:xfrm>
            <a:off x="637000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7" name="Google Shape;387;p19"/>
          <p:cNvSpPr txBox="1"/>
          <p:nvPr>
            <p:ph idx="4" type="subTitle"/>
          </p:nvPr>
        </p:nvSpPr>
        <p:spPr>
          <a:xfrm>
            <a:off x="5028175" y="1820550"/>
            <a:ext cx="702300" cy="7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19"/>
          <p:cNvSpPr txBox="1"/>
          <p:nvPr>
            <p:ph idx="5" type="subTitle"/>
          </p:nvPr>
        </p:nvSpPr>
        <p:spPr>
          <a:xfrm>
            <a:off x="5028175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9" name="Google Shape;389;p19"/>
          <p:cNvSpPr txBox="1"/>
          <p:nvPr>
            <p:ph idx="6" type="subTitle"/>
          </p:nvPr>
        </p:nvSpPr>
        <p:spPr>
          <a:xfrm>
            <a:off x="1546000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90" name="Google Shape;390;p19"/>
          <p:cNvSpPr txBox="1"/>
          <p:nvPr>
            <p:ph idx="7" type="subTitle"/>
          </p:nvPr>
        </p:nvSpPr>
        <p:spPr>
          <a:xfrm>
            <a:off x="1546000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91" name="Google Shape;391;p19"/>
          <p:cNvSpPr txBox="1"/>
          <p:nvPr>
            <p:ph idx="8" type="subTitle"/>
          </p:nvPr>
        </p:nvSpPr>
        <p:spPr>
          <a:xfrm>
            <a:off x="5937175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92" name="Google Shape;392;p19"/>
          <p:cNvSpPr txBox="1"/>
          <p:nvPr>
            <p:ph idx="9" type="subTitle"/>
          </p:nvPr>
        </p:nvSpPr>
        <p:spPr>
          <a:xfrm>
            <a:off x="5937175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Black">
  <p:cSld name="BLANK_1_1_1_1_1_1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4" name="Google Shape;394;p20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20"/>
          <p:cNvCxnSpPr>
            <a:stCxn id="396" idx="1"/>
            <a:endCxn id="397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" name="Google Shape;398;p20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20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20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00" name="Google Shape;400;p20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" name="Google Shape;397;p20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01" name="Google Shape;401;p20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" name="Google Shape;402;p20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3" name="Google Shape;403;p20"/>
          <p:cNvSpPr txBox="1"/>
          <p:nvPr>
            <p:ph idx="1" type="subTitle"/>
          </p:nvPr>
        </p:nvSpPr>
        <p:spPr>
          <a:xfrm>
            <a:off x="3948800" y="2677300"/>
            <a:ext cx="4966500" cy="200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04" name="Google Shape;404;p20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Green">
  <p:cSld name="BLANK_1_1_1_1_1_1_2">
    <p:bg>
      <p:bgPr>
        <a:solidFill>
          <a:schemeClr val="accent5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6" name="Google Shape;406;p21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21"/>
          <p:cNvCxnSpPr>
            <a:stCxn id="408" idx="1"/>
            <a:endCxn id="409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21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21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21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12" name="Google Shape;412;p21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9" name="Google Shape;409;p21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13" name="Google Shape;413;p21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4" name="Google Shape;414;p21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15" name="Google Shape;415;p21"/>
          <p:cNvSpPr txBox="1"/>
          <p:nvPr>
            <p:ph idx="1" type="subTitle"/>
          </p:nvPr>
        </p:nvSpPr>
        <p:spPr>
          <a:xfrm>
            <a:off x="3948800" y="2677301"/>
            <a:ext cx="4941000" cy="1929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16" name="Google Shape;416;p21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/ description">
  <p:cSld name="BLANK_1_1_1_1_1_1_1_1_1_1_1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2"/>
          <p:cNvSpPr txBox="1"/>
          <p:nvPr>
            <p:ph idx="1" type="subTitle"/>
          </p:nvPr>
        </p:nvSpPr>
        <p:spPr>
          <a:xfrm>
            <a:off x="4782025" y="17315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19" name="Google Shape;419;p22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0" name="Google Shape;420;p22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1" name="Google Shape;421;p22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3" name="Google Shape;423;p22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4" name="Google Shape;424;p22"/>
          <p:cNvSpPr txBox="1"/>
          <p:nvPr>
            <p:ph idx="2" type="subTitle"/>
          </p:nvPr>
        </p:nvSpPr>
        <p:spPr>
          <a:xfrm>
            <a:off x="4944882" y="18751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5" name="Google Shape;425;p22"/>
          <p:cNvSpPr txBox="1"/>
          <p:nvPr>
            <p:ph idx="3" type="subTitle"/>
          </p:nvPr>
        </p:nvSpPr>
        <p:spPr>
          <a:xfrm>
            <a:off x="4782025" y="2682477"/>
            <a:ext cx="19269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26" name="Google Shape;426;p22"/>
          <p:cNvSpPr txBox="1"/>
          <p:nvPr>
            <p:ph idx="4" type="subTitle"/>
          </p:nvPr>
        </p:nvSpPr>
        <p:spPr>
          <a:xfrm>
            <a:off x="4944882" y="2826125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7" name="Google Shape;427;p22"/>
          <p:cNvSpPr txBox="1"/>
          <p:nvPr>
            <p:ph idx="5" type="subTitle"/>
          </p:nvPr>
        </p:nvSpPr>
        <p:spPr>
          <a:xfrm>
            <a:off x="4782025" y="36280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28" name="Google Shape;428;p22"/>
          <p:cNvSpPr txBox="1"/>
          <p:nvPr>
            <p:ph idx="6" type="subTitle"/>
          </p:nvPr>
        </p:nvSpPr>
        <p:spPr>
          <a:xfrm>
            <a:off x="4944882" y="37716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9" name="Google Shape;429;p22"/>
          <p:cNvSpPr txBox="1"/>
          <p:nvPr>
            <p:ph idx="7" type="subTitle"/>
          </p:nvPr>
        </p:nvSpPr>
        <p:spPr>
          <a:xfrm>
            <a:off x="7123375" y="17315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0" name="Google Shape;430;p22"/>
          <p:cNvSpPr txBox="1"/>
          <p:nvPr>
            <p:ph idx="8" type="subTitle"/>
          </p:nvPr>
        </p:nvSpPr>
        <p:spPr>
          <a:xfrm>
            <a:off x="7278029" y="18751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1" name="Google Shape;431;p22"/>
          <p:cNvSpPr txBox="1"/>
          <p:nvPr>
            <p:ph idx="9" type="subTitle"/>
          </p:nvPr>
        </p:nvSpPr>
        <p:spPr>
          <a:xfrm>
            <a:off x="7123375" y="2682477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2" name="Google Shape;432;p22"/>
          <p:cNvSpPr txBox="1"/>
          <p:nvPr>
            <p:ph idx="13" type="subTitle"/>
          </p:nvPr>
        </p:nvSpPr>
        <p:spPr>
          <a:xfrm>
            <a:off x="7278029" y="2826127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3" name="Google Shape;433;p22"/>
          <p:cNvSpPr txBox="1"/>
          <p:nvPr>
            <p:ph idx="14" type="subTitle"/>
          </p:nvPr>
        </p:nvSpPr>
        <p:spPr>
          <a:xfrm>
            <a:off x="7123375" y="36280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4" name="Google Shape;434;p22"/>
          <p:cNvSpPr txBox="1"/>
          <p:nvPr>
            <p:ph idx="15" type="subTitle"/>
          </p:nvPr>
        </p:nvSpPr>
        <p:spPr>
          <a:xfrm>
            <a:off x="7278029" y="37716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_1_1_1_1_1_1_1_1_1_1_2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3"/>
          <p:cNvSpPr txBox="1"/>
          <p:nvPr>
            <p:ph idx="1" type="subTitle"/>
          </p:nvPr>
        </p:nvSpPr>
        <p:spPr>
          <a:xfrm>
            <a:off x="5711285" y="17315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7" name="Google Shape;437;p23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8" name="Google Shape;438;p23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39" name="Google Shape;439;p23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0" name="Google Shape;440;p23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2" name="Google Shape;442;p23"/>
          <p:cNvSpPr txBox="1"/>
          <p:nvPr>
            <p:ph idx="2" type="subTitle"/>
          </p:nvPr>
        </p:nvSpPr>
        <p:spPr>
          <a:xfrm>
            <a:off x="5711285" y="22504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3" name="Google Shape;443;p23"/>
          <p:cNvSpPr txBox="1"/>
          <p:nvPr>
            <p:ph idx="3" type="subTitle"/>
          </p:nvPr>
        </p:nvSpPr>
        <p:spPr>
          <a:xfrm>
            <a:off x="5711285" y="2769450"/>
            <a:ext cx="28467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4" name="Google Shape;444;p23"/>
          <p:cNvSpPr txBox="1"/>
          <p:nvPr>
            <p:ph idx="4" type="subTitle"/>
          </p:nvPr>
        </p:nvSpPr>
        <p:spPr>
          <a:xfrm>
            <a:off x="5711285" y="328842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5" name="Google Shape;445;p23"/>
          <p:cNvSpPr txBox="1"/>
          <p:nvPr>
            <p:ph idx="5" type="subTitle"/>
          </p:nvPr>
        </p:nvSpPr>
        <p:spPr>
          <a:xfrm>
            <a:off x="5711285" y="38074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6" name="Google Shape;446;p23"/>
          <p:cNvSpPr txBox="1"/>
          <p:nvPr>
            <p:ph idx="6" type="subTitle"/>
          </p:nvPr>
        </p:nvSpPr>
        <p:spPr>
          <a:xfrm>
            <a:off x="5711285" y="43263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6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4"/>
          <p:cNvSpPr/>
          <p:nvPr/>
        </p:nvSpPr>
        <p:spPr>
          <a:xfrm rot="5400000">
            <a:off x="446600" y="-454900"/>
            <a:ext cx="2712900" cy="3605700"/>
          </a:xfrm>
          <a:prstGeom prst="snip1Rect">
            <a:avLst>
              <a:gd fmla="val 3981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9" name="Google Shape;449;p24"/>
          <p:cNvSpPr txBox="1"/>
          <p:nvPr>
            <p:ph type="title"/>
          </p:nvPr>
        </p:nvSpPr>
        <p:spPr>
          <a:xfrm>
            <a:off x="228600" y="525200"/>
            <a:ext cx="3154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50" name="Google Shape;450;p24"/>
          <p:cNvSpPr txBox="1"/>
          <p:nvPr>
            <p:ph idx="1" type="subTitle"/>
          </p:nvPr>
        </p:nvSpPr>
        <p:spPr>
          <a:xfrm>
            <a:off x="228600" y="1185575"/>
            <a:ext cx="2806800" cy="9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51" name="Google Shape;451;p24"/>
          <p:cNvSpPr txBox="1"/>
          <p:nvPr>
            <p:ph idx="2" type="subTitle"/>
          </p:nvPr>
        </p:nvSpPr>
        <p:spPr>
          <a:xfrm>
            <a:off x="4784300" y="1597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2" name="Google Shape;452;p24"/>
          <p:cNvSpPr txBox="1"/>
          <p:nvPr>
            <p:ph idx="3" type="subTitle"/>
          </p:nvPr>
        </p:nvSpPr>
        <p:spPr>
          <a:xfrm>
            <a:off x="6129000" y="16000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3" name="Google Shape;453;p24"/>
          <p:cNvSpPr txBox="1"/>
          <p:nvPr>
            <p:ph idx="4" type="subTitle"/>
          </p:nvPr>
        </p:nvSpPr>
        <p:spPr>
          <a:xfrm>
            <a:off x="6129000" y="2669675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4" name="Google Shape;454;p24"/>
          <p:cNvSpPr txBox="1"/>
          <p:nvPr>
            <p:ph idx="5" type="subTitle"/>
          </p:nvPr>
        </p:nvSpPr>
        <p:spPr>
          <a:xfrm>
            <a:off x="6129000" y="37392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5" name="Google Shape;455;p24"/>
          <p:cNvSpPr txBox="1"/>
          <p:nvPr>
            <p:ph idx="6" type="subTitle"/>
          </p:nvPr>
        </p:nvSpPr>
        <p:spPr>
          <a:xfrm>
            <a:off x="4784300" y="2668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6" name="Google Shape;456;p24"/>
          <p:cNvSpPr txBox="1"/>
          <p:nvPr>
            <p:ph idx="7" type="subTitle"/>
          </p:nvPr>
        </p:nvSpPr>
        <p:spPr>
          <a:xfrm>
            <a:off x="4784300" y="3739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1" name="Google Shape;46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4" name="Google Shape;464;p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5" name="Google Shape;465;p2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8" name="Google Shape;468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3" name="Google Shape;473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4" name="Google Shape;474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9" name="Google Shape;479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83" name="Google Shape;483;p3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4" name="Google Shape;484;p3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87" name="Google Shape;487;p3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8" name="Google Shape;488;p3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89" name="Google Shape;489;p3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0" name="Google Shape;490;p3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3" name="Google Shape;493;p3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94" name="Google Shape;494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95" name="Google Shape;495;p3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6" name="Google Shape;496;p3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7" name="Google Shape;497;p3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8" name="Google Shape;498;p3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1" name="Google Shape;501;p3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2" name="Google Shape;502;p3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3" name="Google Shape;503;p3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4" name="Google Shape;504;p3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05" name="Google Shape;505;p3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6" name="Google Shape;506;p3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7" name="Google Shape;507;p3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8" name="Google Shape;508;p3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11" name="Google Shape;511;p3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4" name="Google Shape;514;p3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15" name="Google Shape;515;p3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16" name="Google Shape;516;p3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7" name="Google Shape;51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18" name="Google Shape;518;p3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19" name="Google Shape;519;p3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2" name="Google Shape;522;p4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3" name="Google Shape;523;p4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4" name="Google Shape;524;p4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5" name="Google Shape;525;p4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6" name="Google Shape;526;p4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7" name="Google Shape;52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28" name="Google Shape;528;p4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29" name="Google Shape;529;p4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30" name="Google Shape;530;p4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5" name="Google Shape;535;p4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6" name="Google Shape;536;p4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7" name="Google Shape;537;p4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8" name="Google Shape;538;p4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9" name="Google Shape;539;p4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4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41" name="Google Shape;541;p4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2" name="Google Shape;542;p4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3" name="Google Shape;543;p4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 1">
  <p:cSld name="Custom section header (g3e7e40f75f0_15_0)">
    <p:bg>
      <p:bgPr>
        <a:solidFill>
          <a:schemeClr val="accent5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3"/>
          <p:cNvSpPr txBox="1"/>
          <p:nvPr>
            <p:ph type="title"/>
          </p:nvPr>
        </p:nvSpPr>
        <p:spPr>
          <a:xfrm>
            <a:off x="228600" y="216039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46" name="Google Shape;546;p43"/>
          <p:cNvSpPr txBox="1"/>
          <p:nvPr>
            <p:ph idx="1" type="subTitle"/>
          </p:nvPr>
        </p:nvSpPr>
        <p:spPr>
          <a:xfrm>
            <a:off x="228600" y="2800192"/>
            <a:ext cx="49167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43" Type="http://schemas.openxmlformats.org/officeDocument/2006/relationships/theme" Target="../theme/theme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895400"/>
            <a:ext cx="57606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188850" y="312400"/>
            <a:ext cx="4469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23800" y="1983025"/>
            <a:ext cx="40434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4"/>
          <p:cNvSpPr txBox="1"/>
          <p:nvPr>
            <p:ph type="title"/>
          </p:nvPr>
        </p:nvSpPr>
        <p:spPr>
          <a:xfrm>
            <a:off x="259050" y="1644325"/>
            <a:ext cx="8062800" cy="1599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00">
                <a:latin typeface="Times New Roman"/>
                <a:ea typeface="Times New Roman"/>
                <a:cs typeface="Times New Roman"/>
                <a:sym typeface="Times New Roman"/>
              </a:rPr>
              <a:t>Optimizing Delivery Durations &amp; Supply Logistics at Porter</a:t>
            </a:r>
            <a:endParaRPr b="1" sz="4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2" name="Google Shape;552;p44"/>
          <p:cNvSpPr txBox="1"/>
          <p:nvPr/>
        </p:nvSpPr>
        <p:spPr>
          <a:xfrm>
            <a:off x="7128612" y="4793629"/>
            <a:ext cx="17307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3" name="Google Shape;553;p44"/>
          <p:cNvSpPr txBox="1"/>
          <p:nvPr/>
        </p:nvSpPr>
        <p:spPr>
          <a:xfrm>
            <a:off x="228600" y="4361425"/>
            <a:ext cx="16563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MOHIT BHARATI</a:t>
            </a:r>
            <a:endParaRPr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22F3000963</a:t>
            </a:r>
            <a:endParaRPr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4" name="Google Shape;55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4650" y="3918775"/>
            <a:ext cx="1050750" cy="105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5"/>
          <p:cNvSpPr txBox="1"/>
          <p:nvPr>
            <p:ph type="title"/>
          </p:nvPr>
        </p:nvSpPr>
        <p:spPr>
          <a:xfrm>
            <a:off x="2286000" y="228575"/>
            <a:ext cx="6629700" cy="69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Organization Background</a:t>
            </a:r>
            <a:endParaRPr/>
          </a:p>
        </p:txBody>
      </p:sp>
      <p:sp>
        <p:nvSpPr>
          <p:cNvPr id="560" name="Google Shape;560;p45"/>
          <p:cNvSpPr txBox="1"/>
          <p:nvPr>
            <p:ph idx="1" type="subTitle"/>
          </p:nvPr>
        </p:nvSpPr>
        <p:spPr>
          <a:xfrm>
            <a:off x="2907625" y="1594175"/>
            <a:ext cx="6007800" cy="25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Porter</a:t>
            </a:r>
            <a:r>
              <a:rPr lang="en" sz="1600"/>
              <a:t>, headquartered in India, is a leading intra-city logistics platform operating in both </a:t>
            </a:r>
            <a:r>
              <a:rPr b="1" lang="en" sz="1600"/>
              <a:t>B2B</a:t>
            </a:r>
            <a:r>
              <a:rPr lang="en" sz="1600"/>
              <a:t> and </a:t>
            </a:r>
            <a:r>
              <a:rPr b="1" lang="en" sz="1600"/>
              <a:t>B2C</a:t>
            </a:r>
            <a:r>
              <a:rPr lang="en" sz="1600"/>
              <a:t> segments. Porter connects merchants and consumers with driver-partners for on-demand transportation of commercial goods and last-mile parcels via a gig-economy fleet. Known for its app-based service, Porter focuses on providing fast, reliable urban delivery. However, efficiency and customer satisfaction are currently hindered by severe discrepancies between estimated delivery timelines and actual fulfillment speeds.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6"/>
          <p:cNvSpPr/>
          <p:nvPr/>
        </p:nvSpPr>
        <p:spPr>
          <a:xfrm>
            <a:off x="228600" y="1459125"/>
            <a:ext cx="2834700" cy="30828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66" name="Google Shape;566;p46"/>
          <p:cNvCxnSpPr/>
          <p:nvPr/>
        </p:nvCxnSpPr>
        <p:spPr>
          <a:xfrm>
            <a:off x="232900" y="2470425"/>
            <a:ext cx="2829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7" name="Google Shape;567;p46"/>
          <p:cNvSpPr/>
          <p:nvPr/>
        </p:nvSpPr>
        <p:spPr>
          <a:xfrm>
            <a:off x="3154650" y="1459125"/>
            <a:ext cx="2834700" cy="30828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68" name="Google Shape;568;p46"/>
          <p:cNvCxnSpPr/>
          <p:nvPr/>
        </p:nvCxnSpPr>
        <p:spPr>
          <a:xfrm>
            <a:off x="3158950" y="2470425"/>
            <a:ext cx="2829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9" name="Google Shape;569;p46"/>
          <p:cNvSpPr/>
          <p:nvPr/>
        </p:nvSpPr>
        <p:spPr>
          <a:xfrm>
            <a:off x="6080700" y="1459125"/>
            <a:ext cx="2834700" cy="30828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70" name="Google Shape;570;p46"/>
          <p:cNvCxnSpPr/>
          <p:nvPr/>
        </p:nvCxnSpPr>
        <p:spPr>
          <a:xfrm>
            <a:off x="6085000" y="2470425"/>
            <a:ext cx="2829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1" name="Google Shape;571;p46"/>
          <p:cNvSpPr txBox="1"/>
          <p:nvPr>
            <p:ph type="title"/>
          </p:nvPr>
        </p:nvSpPr>
        <p:spPr>
          <a:xfrm>
            <a:off x="228600" y="420017"/>
            <a:ext cx="6480300" cy="461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STATEMENTS</a:t>
            </a:r>
            <a:endParaRPr/>
          </a:p>
        </p:txBody>
      </p:sp>
      <p:sp>
        <p:nvSpPr>
          <p:cNvPr id="572" name="Google Shape;572;p46"/>
          <p:cNvSpPr txBox="1"/>
          <p:nvPr>
            <p:ph idx="1" type="subTitle"/>
          </p:nvPr>
        </p:nvSpPr>
        <p:spPr>
          <a:xfrm>
            <a:off x="5405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PROBLEM 1</a:t>
            </a:r>
            <a:endParaRPr b="1" sz="2400"/>
          </a:p>
        </p:txBody>
      </p:sp>
      <p:sp>
        <p:nvSpPr>
          <p:cNvPr id="573" name="Google Shape;573;p46"/>
          <p:cNvSpPr txBox="1"/>
          <p:nvPr>
            <p:ph idx="2" type="subTitle"/>
          </p:nvPr>
        </p:nvSpPr>
        <p:spPr>
          <a:xfrm>
            <a:off x="310825" y="2628025"/>
            <a:ext cx="2658600" cy="147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Identify time-based demand variance to accurately forecast peak-hour surges </a:t>
            </a:r>
            <a:r>
              <a:rPr lang="en" sz="1200"/>
              <a:t>- Forecasting peak-hour surges allows for predictive scheduling and reduces sudden supply collapses, ultimately reducing rider wait times.</a:t>
            </a:r>
            <a:endParaRPr sz="1200"/>
          </a:p>
        </p:txBody>
      </p:sp>
      <p:sp>
        <p:nvSpPr>
          <p:cNvPr id="574" name="Google Shape;574;p46"/>
          <p:cNvSpPr txBox="1"/>
          <p:nvPr>
            <p:ph idx="3" type="subTitle"/>
          </p:nvPr>
        </p:nvSpPr>
        <p:spPr>
          <a:xfrm>
            <a:off x="346657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PROBLEM 2</a:t>
            </a:r>
            <a:endParaRPr b="1" sz="2400"/>
          </a:p>
        </p:txBody>
      </p:sp>
      <p:sp>
        <p:nvSpPr>
          <p:cNvPr id="575" name="Google Shape;575;p46"/>
          <p:cNvSpPr txBox="1"/>
          <p:nvPr>
            <p:ph idx="4" type="subTitle"/>
          </p:nvPr>
        </p:nvSpPr>
        <p:spPr>
          <a:xfrm>
            <a:off x="3228475" y="2628025"/>
            <a:ext cx="2658600" cy="1693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Evaluate real-time supply deficits to quantify and mitigate operational gridlock - </a:t>
            </a:r>
            <a:r>
              <a:rPr lang="en" sz="1200"/>
              <a:t>Analyzing the gap between pending orders and active drivers helps mitigate operational gridlock, boosting reliability and preventing lost revenue.</a:t>
            </a:r>
            <a:endParaRPr sz="1200"/>
          </a:p>
        </p:txBody>
      </p:sp>
      <p:sp>
        <p:nvSpPr>
          <p:cNvPr id="576" name="Google Shape;576;p46"/>
          <p:cNvSpPr txBox="1"/>
          <p:nvPr>
            <p:ph idx="5" type="subTitle"/>
          </p:nvPr>
        </p:nvSpPr>
        <p:spPr>
          <a:xfrm>
            <a:off x="63926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PROBLEM 3 </a:t>
            </a:r>
            <a:endParaRPr b="1" sz="2400"/>
          </a:p>
        </p:txBody>
      </p:sp>
      <p:sp>
        <p:nvSpPr>
          <p:cNvPr id="577" name="Google Shape;577;p46"/>
          <p:cNvSpPr txBox="1"/>
          <p:nvPr>
            <p:ph idx="6" type="subTitle"/>
          </p:nvPr>
        </p:nvSpPr>
        <p:spPr>
          <a:xfrm>
            <a:off x="6174575" y="2628025"/>
            <a:ext cx="2658600" cy="1693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19202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I</a:t>
            </a:r>
            <a:r>
              <a:rPr b="1" lang="en" sz="1200"/>
              <a:t>mprove ETA precision by analyzing the impact of financial subtotal and order complexity - </a:t>
            </a:r>
            <a:r>
              <a:rPr lang="en" sz="1200"/>
              <a:t>Incorporating financial subtotal and item complexity improves predictive algorithm accuracy, lowering travel time frustrations for enterprise clients.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2" name="Google Shape;582;p47"/>
          <p:cNvCxnSpPr/>
          <p:nvPr/>
        </p:nvCxnSpPr>
        <p:spPr>
          <a:xfrm>
            <a:off x="3888625" y="2722950"/>
            <a:ext cx="51084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" name="Google Shape;583;p47"/>
          <p:cNvCxnSpPr/>
          <p:nvPr/>
        </p:nvCxnSpPr>
        <p:spPr>
          <a:xfrm rot="10800000">
            <a:off x="6362625" y="468400"/>
            <a:ext cx="14100" cy="2278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4" name="Google Shape;584;p47"/>
          <p:cNvSpPr txBox="1"/>
          <p:nvPr/>
        </p:nvSpPr>
        <p:spPr>
          <a:xfrm>
            <a:off x="3808425" y="1331850"/>
            <a:ext cx="2280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This dataset provides granular programmatic insights into Porter's end-to-end logistics funnel, mapping critical variables across 197,428 validated delivery records. It serves as a highly realistic proxy for real-world operations.</a:t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5" name="Google Shape;585;p47"/>
          <p:cNvSpPr txBox="1"/>
          <p:nvPr/>
        </p:nvSpPr>
        <p:spPr>
          <a:xfrm>
            <a:off x="6635925" y="1331850"/>
            <a:ext cx="208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Identifies operational gridlock, peak hour congestion, and financial impacts on ETA to enhance service reliability.</a:t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6" name="Google Shape;586;p47"/>
          <p:cNvSpPr/>
          <p:nvPr/>
        </p:nvSpPr>
        <p:spPr>
          <a:xfrm>
            <a:off x="3689025" y="641675"/>
            <a:ext cx="2400600" cy="5313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Porter Deliveries Enriched Dataset</a:t>
            </a:r>
            <a:endParaRPr sz="1000">
              <a:solidFill>
                <a:schemeClr val="lt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587" name="Google Shape;587;p47"/>
          <p:cNvSpPr txBox="1"/>
          <p:nvPr/>
        </p:nvSpPr>
        <p:spPr>
          <a:xfrm>
            <a:off x="5170750" y="3501425"/>
            <a:ext cx="25395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created_at &amp; actual_delivery_time</a:t>
            </a:r>
            <a:r>
              <a:rPr lang="en"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– Timestamps to calculate exact delivery duration.</a:t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total_onshift_partners</a:t>
            </a:r>
            <a:r>
              <a:rPr lang="en"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– Real-time count of available active drivers.</a:t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total_outstanding_orders</a:t>
            </a:r>
            <a:r>
              <a:rPr lang="en"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– Real-time volume of pending demand.</a:t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r>
              <a:rPr b="1" lang="en"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subtotal</a:t>
            </a:r>
            <a:r>
              <a:rPr lang="en"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– Financial value of the order basket in INR.</a:t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8" name="Google Shape;588;p47"/>
          <p:cNvSpPr/>
          <p:nvPr/>
        </p:nvSpPr>
        <p:spPr>
          <a:xfrm>
            <a:off x="6708900" y="688025"/>
            <a:ext cx="2007900" cy="484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Purpose</a:t>
            </a:r>
            <a:endParaRPr sz="1000">
              <a:solidFill>
                <a:schemeClr val="lt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589" name="Google Shape;589;p47"/>
          <p:cNvSpPr/>
          <p:nvPr/>
        </p:nvSpPr>
        <p:spPr>
          <a:xfrm>
            <a:off x="5253250" y="2855550"/>
            <a:ext cx="2007900" cy="484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Key Fields</a:t>
            </a:r>
            <a:endParaRPr b="1" sz="1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590" name="Google Shape;590;p47"/>
          <p:cNvPicPr preferRelativeResize="0"/>
          <p:nvPr/>
        </p:nvPicPr>
        <p:blipFill rotWithShape="1">
          <a:blip r:embed="rId3">
            <a:alphaModFix/>
          </a:blip>
          <a:srcRect b="8455" l="0" r="0" t="4201"/>
          <a:stretch/>
        </p:blipFill>
        <p:spPr>
          <a:xfrm>
            <a:off x="152400" y="974550"/>
            <a:ext cx="3536625" cy="332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5" name="Google Shape;595;p48"/>
          <p:cNvGrpSpPr/>
          <p:nvPr/>
        </p:nvGrpSpPr>
        <p:grpSpPr>
          <a:xfrm>
            <a:off x="381000" y="285750"/>
            <a:ext cx="8382075" cy="571500"/>
            <a:chOff x="381000" y="285750"/>
            <a:chExt cx="8382075" cy="571500"/>
          </a:xfrm>
        </p:grpSpPr>
        <p:sp>
          <p:nvSpPr>
            <p:cNvPr id="596" name="Google Shape;596;p48"/>
            <p:cNvSpPr/>
            <p:nvPr/>
          </p:nvSpPr>
          <p:spPr>
            <a:xfrm>
              <a:off x="381000" y="381000"/>
              <a:ext cx="381000" cy="381000"/>
            </a:xfrm>
            <a:prstGeom prst="roundRect">
              <a:avLst>
                <a:gd fmla="val 10000" name="adj"/>
              </a:avLst>
            </a:prstGeom>
            <a:solidFill>
              <a:srgbClr val="85C08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48"/>
            <p:cNvSpPr txBox="1"/>
            <p:nvPr/>
          </p:nvSpPr>
          <p:spPr>
            <a:xfrm>
              <a:off x="904875" y="285750"/>
              <a:ext cx="7858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200">
                  <a:solidFill>
                    <a:srgbClr val="85C086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METHODOLOGY &amp; TOOLS</a:t>
              </a:r>
              <a:endParaRPr b="0" sz="3200">
                <a:solidFill>
                  <a:srgbClr val="85C086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grpSp>
        <p:nvGrpSpPr>
          <p:cNvPr id="598" name="Google Shape;598;p48"/>
          <p:cNvGrpSpPr/>
          <p:nvPr/>
        </p:nvGrpSpPr>
        <p:grpSpPr>
          <a:xfrm>
            <a:off x="381000" y="1143000"/>
            <a:ext cx="2667000" cy="3238500"/>
            <a:chOff x="381000" y="1143000"/>
            <a:chExt cx="2667000" cy="3238500"/>
          </a:xfrm>
        </p:grpSpPr>
        <p:sp>
          <p:nvSpPr>
            <p:cNvPr id="599" name="Google Shape;599;p48"/>
            <p:cNvSpPr/>
            <p:nvPr/>
          </p:nvSpPr>
          <p:spPr>
            <a:xfrm>
              <a:off x="381000" y="1143000"/>
              <a:ext cx="2667000" cy="3238500"/>
            </a:xfrm>
            <a:prstGeom prst="roundRect">
              <a:avLst>
                <a:gd fmla="val 4285" name="adj"/>
              </a:avLst>
            </a:prstGeom>
            <a:solidFill>
              <a:srgbClr val="1E69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48"/>
            <p:cNvSpPr txBox="1"/>
            <p:nvPr/>
          </p:nvSpPr>
          <p:spPr>
            <a:xfrm>
              <a:off x="523875" y="1285875"/>
              <a:ext cx="23814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85C086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Data Preprocessing</a:t>
              </a:r>
              <a:endParaRPr b="1" sz="1600">
                <a:solidFill>
                  <a:srgbClr val="85C086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Action:</a:t>
              </a:r>
              <a:endParaRPr b="1" sz="11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Median-imputation was utilized for missing active driver counts.</a:t>
              </a:r>
              <a:endParaRPr b="0" sz="11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Justification:</a:t>
              </a:r>
              <a:endParaRPr b="1" sz="11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Prevents extreme artificial skewing of the baseline supply metrics during peak-hour collapses.</a:t>
              </a:r>
              <a:endParaRPr b="0" sz="11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grpSp>
        <p:nvGrpSpPr>
          <p:cNvPr id="601" name="Google Shape;601;p48"/>
          <p:cNvGrpSpPr/>
          <p:nvPr/>
        </p:nvGrpSpPr>
        <p:grpSpPr>
          <a:xfrm>
            <a:off x="3238500" y="1143000"/>
            <a:ext cx="2667000" cy="3238500"/>
            <a:chOff x="3238500" y="1143000"/>
            <a:chExt cx="2667000" cy="3238500"/>
          </a:xfrm>
        </p:grpSpPr>
        <p:sp>
          <p:nvSpPr>
            <p:cNvPr id="602" name="Google Shape;602;p48"/>
            <p:cNvSpPr/>
            <p:nvPr/>
          </p:nvSpPr>
          <p:spPr>
            <a:xfrm>
              <a:off x="3238500" y="1143000"/>
              <a:ext cx="2667000" cy="3238500"/>
            </a:xfrm>
            <a:prstGeom prst="roundRect">
              <a:avLst>
                <a:gd fmla="val 4285" name="adj"/>
              </a:avLst>
            </a:prstGeom>
            <a:solidFill>
              <a:srgbClr val="1E69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48"/>
            <p:cNvSpPr txBox="1"/>
            <p:nvPr/>
          </p:nvSpPr>
          <p:spPr>
            <a:xfrm>
              <a:off x="3381375" y="1285875"/>
              <a:ext cx="23814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85C086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Linear Dependency</a:t>
              </a:r>
              <a:endParaRPr b="1" sz="1600">
                <a:solidFill>
                  <a:srgbClr val="85C086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Action:</a:t>
              </a:r>
              <a:endParaRPr b="1" sz="11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Applied Pearson Correlation to map operational variables.</a:t>
              </a:r>
              <a:endParaRPr b="0" sz="11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Justification:</a:t>
              </a:r>
              <a:endParaRPr b="1" sz="11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Mathematically proves the linear dependency between supply deficits and ETA delays before applying predictive algorithms.</a:t>
              </a:r>
              <a:endParaRPr b="0" sz="11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grpSp>
        <p:nvGrpSpPr>
          <p:cNvPr id="604" name="Google Shape;604;p48"/>
          <p:cNvGrpSpPr/>
          <p:nvPr/>
        </p:nvGrpSpPr>
        <p:grpSpPr>
          <a:xfrm>
            <a:off x="6096000" y="1143000"/>
            <a:ext cx="2667000" cy="3238500"/>
            <a:chOff x="6096000" y="1143000"/>
            <a:chExt cx="2667000" cy="3238500"/>
          </a:xfrm>
        </p:grpSpPr>
        <p:sp>
          <p:nvSpPr>
            <p:cNvPr id="605" name="Google Shape;605;p48"/>
            <p:cNvSpPr/>
            <p:nvPr/>
          </p:nvSpPr>
          <p:spPr>
            <a:xfrm>
              <a:off x="6096000" y="1143000"/>
              <a:ext cx="2667000" cy="3238500"/>
            </a:xfrm>
            <a:prstGeom prst="roundRect">
              <a:avLst>
                <a:gd fmla="val 4285" name="adj"/>
              </a:avLst>
            </a:prstGeom>
            <a:solidFill>
              <a:srgbClr val="1E69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48"/>
            <p:cNvSpPr txBox="1"/>
            <p:nvPr/>
          </p:nvSpPr>
          <p:spPr>
            <a:xfrm>
              <a:off x="6238875" y="1285875"/>
              <a:ext cx="23814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85C086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Predictive ML</a:t>
              </a:r>
              <a:endParaRPr b="1" sz="1600">
                <a:solidFill>
                  <a:srgbClr val="85C086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Action:</a:t>
              </a:r>
              <a:endParaRPr b="1" sz="11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Deployed a Gradient Boosting Regressor (XGBoost) to predict delivery timelines.</a:t>
              </a:r>
              <a:endParaRPr b="0" sz="11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Justification:</a:t>
              </a:r>
              <a:endParaRPr b="1" sz="11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Chosen over standard linear regression because it natively handles non-linear relationships and is highly robust against multicollinearity.</a:t>
              </a:r>
              <a:endParaRPr b="0" sz="11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grpSp>
        <p:nvGrpSpPr>
          <p:cNvPr id="607" name="Google Shape;607;p48"/>
          <p:cNvGrpSpPr/>
          <p:nvPr/>
        </p:nvGrpSpPr>
        <p:grpSpPr>
          <a:xfrm>
            <a:off x="8001000" y="4000500"/>
            <a:ext cx="1524000" cy="1524000"/>
            <a:chOff x="8001000" y="4000500"/>
            <a:chExt cx="1524000" cy="1524000"/>
          </a:xfrm>
        </p:grpSpPr>
        <p:sp>
          <p:nvSpPr>
            <p:cNvPr id="608" name="Google Shape;608;p48"/>
            <p:cNvSpPr/>
            <p:nvPr/>
          </p:nvSpPr>
          <p:spPr>
            <a:xfrm>
              <a:off x="8001000" y="4000500"/>
              <a:ext cx="1524000" cy="1524000"/>
            </a:xfrm>
            <a:prstGeom prst="ellipse">
              <a:avLst/>
            </a:prstGeom>
            <a:solidFill>
              <a:srgbClr val="50A350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48"/>
            <p:cNvSpPr/>
            <p:nvPr/>
          </p:nvSpPr>
          <p:spPr>
            <a:xfrm>
              <a:off x="8001000" y="4572000"/>
              <a:ext cx="762000" cy="762000"/>
            </a:xfrm>
            <a:prstGeom prst="ellipse">
              <a:avLst/>
            </a:prstGeom>
            <a:solidFill>
              <a:srgbClr val="85C086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9"/>
          <p:cNvSpPr txBox="1"/>
          <p:nvPr>
            <p:ph idx="1" type="subTitle"/>
          </p:nvPr>
        </p:nvSpPr>
        <p:spPr>
          <a:xfrm>
            <a:off x="3948800" y="1895400"/>
            <a:ext cx="4941000" cy="2711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Key Findings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Strengths:</a:t>
            </a:r>
            <a:r>
              <a:rPr lang="en"/>
              <a:t> Clear identification of the 01:00 AM peak enables targeted forecasting and scheduling.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Weaknesses</a:t>
            </a:r>
            <a:r>
              <a:rPr lang="en"/>
              <a:t>: Severe 69.1% systemic gridlock highlights a major night fleet shortage.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Opportunities: </a:t>
            </a:r>
            <a:r>
              <a:rPr lang="en"/>
              <a:t>Implement dynamic surge pricing to incentivize late-night driver participation and close the gap.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Threats:</a:t>
            </a:r>
            <a:r>
              <a:rPr lang="en"/>
              <a:t> Persistent 56-order vs 44-driver gaps will continuously erode customer trust and platform usage.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49"/>
          <p:cNvSpPr txBox="1"/>
          <p:nvPr>
            <p:ph type="title"/>
          </p:nvPr>
        </p:nvSpPr>
        <p:spPr>
          <a:xfrm>
            <a:off x="3948800" y="751975"/>
            <a:ext cx="4966500" cy="10494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TEMPORAL DEMAND &amp; GRIDLOCK CRISIS</a:t>
            </a:r>
            <a:endParaRPr sz="3000"/>
          </a:p>
        </p:txBody>
      </p:sp>
      <p:pic>
        <p:nvPicPr>
          <p:cNvPr id="616" name="Google Shape;61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00" y="228600"/>
            <a:ext cx="3644001" cy="2224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500" y="2631350"/>
            <a:ext cx="3644001" cy="1975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50"/>
          <p:cNvSpPr txBox="1"/>
          <p:nvPr>
            <p:ph idx="1" type="subTitle"/>
          </p:nvPr>
        </p:nvSpPr>
        <p:spPr>
          <a:xfrm>
            <a:off x="3948800" y="1895400"/>
            <a:ext cx="4941000" cy="2711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Key Findings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Strengths:</a:t>
            </a:r>
            <a:r>
              <a:rPr lang="en"/>
              <a:t> Gradient Boosting accurately predicts ETA (11.62 MAE) by strongly factoring in financial variables.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Weaknesses</a:t>
            </a:r>
            <a:r>
              <a:rPr lang="en"/>
              <a:t>: High-value B2B orders suffer from catastrophic 150+ minute tail-delays.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Opportunities: </a:t>
            </a:r>
            <a:r>
              <a:rPr lang="en"/>
              <a:t>Introduce a "Complexity-Priority" queue to protect premium clients and ensure faster rides.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Threats:</a:t>
            </a:r>
            <a:r>
              <a:rPr lang="en"/>
              <a:t> Losing the most lucrative B2B enterprise orders damages long-term Customer Lifetime Value (LTV).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50"/>
          <p:cNvSpPr txBox="1"/>
          <p:nvPr>
            <p:ph type="title"/>
          </p:nvPr>
        </p:nvSpPr>
        <p:spPr>
          <a:xfrm>
            <a:off x="3948800" y="751975"/>
            <a:ext cx="4966500" cy="10494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FEATURE IMPORTANCE &amp; FINANCIAL IMPACT</a:t>
            </a:r>
            <a:endParaRPr sz="3000"/>
          </a:p>
        </p:txBody>
      </p:sp>
      <p:pic>
        <p:nvPicPr>
          <p:cNvPr id="624" name="Google Shape;62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75" y="300142"/>
            <a:ext cx="3644001" cy="2186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675" y="2611799"/>
            <a:ext cx="3644001" cy="2186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51"/>
          <p:cNvSpPr txBox="1"/>
          <p:nvPr>
            <p:ph idx="1" type="subTitle"/>
          </p:nvPr>
        </p:nvSpPr>
        <p:spPr>
          <a:xfrm>
            <a:off x="3948800" y="1895400"/>
            <a:ext cx="4941000" cy="2711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Key Findings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Strengths:</a:t>
            </a:r>
            <a:r>
              <a:rPr lang="en"/>
              <a:t> Dual-axis mapping effectively isolates structural road congestion from pure order volume.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Weaknesses</a:t>
            </a:r>
            <a:r>
              <a:rPr lang="en"/>
              <a:t>: * Inherently complex food preparation (e.g., Pizza) acts as a hidden, unmeasured delay driver.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Opportunities: </a:t>
            </a:r>
            <a:r>
              <a:rPr lang="en"/>
              <a:t>ETA algorithms can dynamically weigh food complexity and urban routing for precision.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Threats: </a:t>
            </a:r>
            <a:r>
              <a:rPr lang="en"/>
              <a:t>Assuming high volume automatically equals high delay leads to severe misallocation of drivers.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51"/>
          <p:cNvSpPr txBox="1"/>
          <p:nvPr>
            <p:ph type="title"/>
          </p:nvPr>
        </p:nvSpPr>
        <p:spPr>
          <a:xfrm>
            <a:off x="3948800" y="751975"/>
            <a:ext cx="4966500" cy="10494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SPATIAL &amp; CATEGORY COMPLEXITY</a:t>
            </a:r>
            <a:endParaRPr sz="3000"/>
          </a:p>
        </p:txBody>
      </p:sp>
      <p:pic>
        <p:nvPicPr>
          <p:cNvPr id="632" name="Google Shape;63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38607"/>
            <a:ext cx="3644001" cy="203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502974"/>
            <a:ext cx="3644001" cy="226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52"/>
          <p:cNvSpPr/>
          <p:nvPr/>
        </p:nvSpPr>
        <p:spPr>
          <a:xfrm>
            <a:off x="1344100" y="1565850"/>
            <a:ext cx="2947500" cy="1285500"/>
          </a:xfrm>
          <a:prstGeom prst="snip1Rect">
            <a:avLst>
              <a:gd fmla="val 1858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39" name="Google Shape;639;p52"/>
          <p:cNvSpPr/>
          <p:nvPr/>
        </p:nvSpPr>
        <p:spPr>
          <a:xfrm>
            <a:off x="5735275" y="1565850"/>
            <a:ext cx="2947500" cy="2055900"/>
          </a:xfrm>
          <a:prstGeom prst="snip1Rect">
            <a:avLst>
              <a:gd fmla="val 1858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40" name="Google Shape;640;p52"/>
          <p:cNvSpPr/>
          <p:nvPr/>
        </p:nvSpPr>
        <p:spPr>
          <a:xfrm>
            <a:off x="632200" y="1572600"/>
            <a:ext cx="711900" cy="1272000"/>
          </a:xfrm>
          <a:prstGeom prst="snip2DiagRect">
            <a:avLst>
              <a:gd fmla="val 0" name="adj1"/>
              <a:gd fmla="val 40297" name="adj2"/>
            </a:avLst>
          </a:prstGeom>
          <a:solidFill>
            <a:schemeClr val="dk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41" name="Google Shape;641;p52"/>
          <p:cNvSpPr/>
          <p:nvPr/>
        </p:nvSpPr>
        <p:spPr>
          <a:xfrm>
            <a:off x="5023375" y="1572600"/>
            <a:ext cx="711900" cy="2055900"/>
          </a:xfrm>
          <a:prstGeom prst="snip2DiagRect">
            <a:avLst>
              <a:gd fmla="val 0" name="adj1"/>
              <a:gd fmla="val 40297" name="adj2"/>
            </a:avLst>
          </a:prstGeom>
          <a:solidFill>
            <a:schemeClr val="dk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42" name="Google Shape;642;p52"/>
          <p:cNvSpPr txBox="1"/>
          <p:nvPr>
            <p:ph type="title"/>
          </p:nvPr>
        </p:nvSpPr>
        <p:spPr>
          <a:xfrm>
            <a:off x="609600" y="457200"/>
            <a:ext cx="5121000" cy="489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RECOMMENDATION</a:t>
            </a:r>
            <a:endParaRPr sz="2200"/>
          </a:p>
        </p:txBody>
      </p:sp>
      <p:sp>
        <p:nvSpPr>
          <p:cNvPr id="643" name="Google Shape;643;p52"/>
          <p:cNvSpPr txBox="1"/>
          <p:nvPr>
            <p:ph idx="2" type="subTitle"/>
          </p:nvPr>
        </p:nvSpPr>
        <p:spPr>
          <a:xfrm>
            <a:off x="637000" y="1820550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644" name="Google Shape;644;p52"/>
          <p:cNvSpPr txBox="1"/>
          <p:nvPr>
            <p:ph idx="4" type="subTitle"/>
          </p:nvPr>
        </p:nvSpPr>
        <p:spPr>
          <a:xfrm>
            <a:off x="5028175" y="1820550"/>
            <a:ext cx="702300" cy="1076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645" name="Google Shape;645;p52"/>
          <p:cNvSpPr txBox="1"/>
          <p:nvPr>
            <p:ph idx="6" type="subTitle"/>
          </p:nvPr>
        </p:nvSpPr>
        <p:spPr>
          <a:xfrm>
            <a:off x="1546000" y="1714500"/>
            <a:ext cx="2477700" cy="1182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Dynamic Surge Pricing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 dynamic pricing between 01:00 AM - 03:00 AM to incentivize night fleet participation.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Estimated Impact: Reduces cancellations by 15%.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52"/>
          <p:cNvSpPr txBox="1"/>
          <p:nvPr>
            <p:ph idx="8" type="subTitle"/>
          </p:nvPr>
        </p:nvSpPr>
        <p:spPr>
          <a:xfrm>
            <a:off x="5937175" y="1807825"/>
            <a:ext cx="2477700" cy="1813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Complexity-Priority Queue for B2B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Guarantee 60-minute maximum delivery windows for orders in the 95th percentile of financial value.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Estimated Impact: Eliminates catastrophic 150-minute delays, increasing premium revenue by 10%.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52"/>
          <p:cNvSpPr/>
          <p:nvPr/>
        </p:nvSpPr>
        <p:spPr>
          <a:xfrm>
            <a:off x="1496500" y="3198775"/>
            <a:ext cx="2947500" cy="1285500"/>
          </a:xfrm>
          <a:prstGeom prst="snip1Rect">
            <a:avLst>
              <a:gd fmla="val 1858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48" name="Google Shape;648;p52"/>
          <p:cNvSpPr/>
          <p:nvPr/>
        </p:nvSpPr>
        <p:spPr>
          <a:xfrm>
            <a:off x="784600" y="3198775"/>
            <a:ext cx="711900" cy="1272000"/>
          </a:xfrm>
          <a:prstGeom prst="snip2DiagRect">
            <a:avLst>
              <a:gd fmla="val 0" name="adj1"/>
              <a:gd fmla="val 40297" name="adj2"/>
            </a:avLst>
          </a:prstGeom>
          <a:solidFill>
            <a:schemeClr val="dk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49" name="Google Shape;649;p52"/>
          <p:cNvSpPr txBox="1"/>
          <p:nvPr>
            <p:ph idx="3" type="subTitle"/>
          </p:nvPr>
        </p:nvSpPr>
        <p:spPr>
          <a:xfrm>
            <a:off x="789400" y="3490200"/>
            <a:ext cx="702300" cy="73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650" name="Google Shape;650;p52"/>
          <p:cNvSpPr txBox="1"/>
          <p:nvPr>
            <p:ph idx="7" type="subTitle"/>
          </p:nvPr>
        </p:nvSpPr>
        <p:spPr>
          <a:xfrm>
            <a:off x="1698400" y="3343250"/>
            <a:ext cx="2477700" cy="1369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ML-ETA Predictor Integration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–  Deploy the 11.62-MAE Gradient Boosting model directly to the merchant app to reduce uncertainty.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– Estimated Impact: Boosts merchant satisfaction by 12%.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53"/>
          <p:cNvSpPr txBox="1"/>
          <p:nvPr>
            <p:ph type="title"/>
          </p:nvPr>
        </p:nvSpPr>
        <p:spPr>
          <a:xfrm>
            <a:off x="3154650" y="1801500"/>
            <a:ext cx="2563200" cy="681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656" name="Google Shape;656;p53"/>
          <p:cNvSpPr txBox="1"/>
          <p:nvPr>
            <p:ph idx="3" type="subTitle"/>
          </p:nvPr>
        </p:nvSpPr>
        <p:spPr>
          <a:xfrm>
            <a:off x="6698600" y="4091275"/>
            <a:ext cx="1550100" cy="449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MOHIT BHARATI 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22F3000963</a:t>
            </a:r>
            <a:endParaRPr b="1" sz="1200"/>
          </a:p>
        </p:txBody>
      </p:sp>
      <p:sp>
        <p:nvSpPr>
          <p:cNvPr id="657" name="Google Shape;657;p53"/>
          <p:cNvSpPr/>
          <p:nvPr/>
        </p:nvSpPr>
        <p:spPr>
          <a:xfrm>
            <a:off x="6609475" y="4030366"/>
            <a:ext cx="1379700" cy="5712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828800" marR="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vestor Pitch Presentation">
  <a:themeElements>
    <a:clrScheme name="Simple Light">
      <a:dk1>
        <a:srgbClr val="1B1B1B"/>
      </a:dk1>
      <a:lt1>
        <a:srgbClr val="FFFFFF"/>
      </a:lt1>
      <a:dk2>
        <a:srgbClr val="85C086"/>
      </a:dk2>
      <a:lt2>
        <a:srgbClr val="D0E1BE"/>
      </a:lt2>
      <a:accent1>
        <a:srgbClr val="85C085"/>
      </a:accent1>
      <a:accent2>
        <a:srgbClr val="50A350"/>
      </a:accent2>
      <a:accent3>
        <a:srgbClr val="3E863C"/>
      </a:accent3>
      <a:accent4>
        <a:srgbClr val="1E691E"/>
      </a:accent4>
      <a:accent5>
        <a:srgbClr val="074907"/>
      </a:accent5>
      <a:accent6>
        <a:srgbClr val="666666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